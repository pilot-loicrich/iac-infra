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00600"/>
            <a:ext cx="12192000" cy="20574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95306" y="-1028700"/>
            <a:ext cx="3047695" cy="3086100"/>
          </a:xfrm>
          <a:prstGeom prst="ellipse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2171" y="3429000"/>
            <a:ext cx="3656686" cy="377190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905" y="822960"/>
            <a:ext cx="10970057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iac-infra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609905" y="205740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as Code — Administrateur Système DevOps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09905" y="3017520"/>
            <a:ext cx="1463040" cy="82296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09905" y="3223260"/>
            <a:ext cx="731337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RNCP 36061 — ASD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09905" y="5074920"/>
            <a:ext cx="60944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Loïc NANZO TONLIEU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09905" y="5623560"/>
            <a:ext cx="853226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École IT d'Orléans  •  Formateur : Max Fauquemberg  •  Mai 2026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905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9905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011680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11680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413455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13455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815230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15230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217006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006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618781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455A64"/>
          </a:solidFill>
          <a:ln w="12700">
            <a:solidFill>
              <a:srgbClr val="455A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18781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020556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20556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0422331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22331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la présentation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508760"/>
            <a:ext cx="146304" cy="96012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12064" y="150876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50876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61208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Contexte &amp; Problématique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198882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ce projet ?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2674620"/>
            <a:ext cx="146304" cy="96012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2064" y="267462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67462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277794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globale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315468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 d'ensemble du système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840480"/>
            <a:ext cx="146304" cy="96012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2064" y="384048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84048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394380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 — Infrastructure IaC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32054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 · Ansible · Terraform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5006340"/>
            <a:ext cx="146304" cy="96012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2064" y="500634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500634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510966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 — Conteneurs &amp; CI/CD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48640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· Kubernetes · GitHub Actions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38621" y="1508760"/>
            <a:ext cx="146304" cy="96012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84925" y="150876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38621" y="150876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521501" y="161208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BC03 — Supervision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521501" y="198882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· Grafana · Alertmanager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38621" y="2674620"/>
            <a:ext cx="146304" cy="96012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84925" y="267462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38621" y="267462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521501" y="277794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 S13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521501" y="315468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3 points formateur résolus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38621" y="3840480"/>
            <a:ext cx="146304" cy="9601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84925" y="384048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38621" y="384048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521501" y="394380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&amp; Démo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521501" y="432054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 REAC — Live demo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Contexte &amp; Problématique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ce projet 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508760"/>
            <a:ext cx="11457432" cy="1234440"/>
          </a:xfrm>
          <a:prstGeom prst="roundRect">
            <a:avLst>
              <a:gd name="adj" fmla="val 7407"/>
            </a:avLst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905" y="1577340"/>
            <a:ext cx="10970057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❝  Comment automatiser complètement le déploiement, la configuration et la supervision d'une infrastructure cloud-native en appliquant les principes DevOps tout en couvrant les 10 compétences du REAC ASD ?  ❞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3017520"/>
            <a:ext cx="353507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3017520"/>
            <a:ext cx="3535070" cy="6858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3017520"/>
            <a:ext cx="353507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  Formation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7375" y="3840480"/>
            <a:ext cx="3290926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Titre ASD RNCP 36061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École IT d'Orléans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 Blocs de compétences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05326" y="3017520"/>
            <a:ext cx="353507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5326" y="3017520"/>
            <a:ext cx="3535070" cy="6858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5326" y="3017520"/>
            <a:ext cx="353507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💻  Contrainte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326941" y="3840480"/>
            <a:ext cx="3290926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Poste Windows 11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VM VirtualBox (pas serveur cloud)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Environnement local complet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44891" y="3017520"/>
            <a:ext cx="353507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4891" y="3017520"/>
            <a:ext cx="3535070" cy="6858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4891" y="3017520"/>
            <a:ext cx="353507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 Objectif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166506" y="3840480"/>
            <a:ext cx="3290926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100% automatisée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Chaîne DevOps complète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Documentation opérationnelle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globale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 d'ensemble du système iac-infra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371600"/>
            <a:ext cx="2437790" cy="4937760"/>
          </a:xfrm>
          <a:prstGeom prst="roundRect">
            <a:avLst>
              <a:gd name="adj" fmla="val 3001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371600"/>
            <a:ext cx="243779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COUCHE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IaC &amp; Config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331720"/>
            <a:ext cx="2193646" cy="1028700"/>
          </a:xfrm>
          <a:prstGeom prst="roundRect">
            <a:avLst>
              <a:gd name="adj" fmla="val 5333"/>
            </a:avLst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331720"/>
            <a:ext cx="2193646" cy="1028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Vagrantfile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3566160"/>
            <a:ext cx="2193646" cy="1028700"/>
          </a:xfrm>
          <a:prstGeom prst="roundRect">
            <a:avLst>
              <a:gd name="adj" fmla="val 5333"/>
            </a:avLst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3566160"/>
            <a:ext cx="2193646" cy="1028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rôles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4800600"/>
            <a:ext cx="2193646" cy="1028700"/>
          </a:xfrm>
          <a:prstGeom prst="roundRect">
            <a:avLst>
              <a:gd name="adj" fmla="val 5333"/>
            </a:avLst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4800600"/>
            <a:ext cx="2193646" cy="1028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main.tf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681935" y="3566160"/>
            <a:ext cx="365760" cy="1371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81935" y="3291840"/>
            <a:ext cx="36576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047695" y="1371600"/>
            <a:ext cx="2681935" cy="4937760"/>
          </a:xfrm>
          <a:prstGeom prst="roundRect">
            <a:avLst>
              <a:gd name="adj" fmla="val 2728"/>
            </a:avLst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695" y="1371600"/>
            <a:ext cx="268193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COUCHE 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 Ubuntu 22.04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192.168.56.10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169310" y="2400300"/>
            <a:ext cx="2437790" cy="1028700"/>
          </a:xfrm>
          <a:prstGeom prst="roundRect">
            <a:avLst>
              <a:gd name="adj" fmla="val 5333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9310" y="2400300"/>
            <a:ext cx="2437790" cy="1028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Nginx :80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69310" y="3634740"/>
            <a:ext cx="2437790" cy="1028700"/>
          </a:xfrm>
          <a:prstGeom prst="roundRect">
            <a:avLst>
              <a:gd name="adj" fmla="val 5333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69310" y="3634740"/>
            <a:ext cx="2437790" cy="1028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UFW + SSH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hardening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169310" y="4869180"/>
            <a:ext cx="2437790" cy="1028700"/>
          </a:xfrm>
          <a:prstGeom prst="roundRect">
            <a:avLst>
              <a:gd name="adj" fmla="val 5333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169310" y="4869180"/>
            <a:ext cx="2437790" cy="1028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728716" y="3291840"/>
            <a:ext cx="487375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216091" y="1371600"/>
            <a:ext cx="2681935" cy="4937760"/>
          </a:xfrm>
          <a:prstGeom prst="roundRect">
            <a:avLst>
              <a:gd name="adj" fmla="val 2728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6091" y="1371600"/>
            <a:ext cx="268193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COUCHE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338621" y="2194560"/>
            <a:ext cx="2437790" cy="109728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38621" y="2194560"/>
            <a:ext cx="243779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Nginx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38621" y="3497580"/>
            <a:ext cx="2437790" cy="109728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38621" y="3497580"/>
            <a:ext cx="243779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PVC + Secret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338621" y="4800600"/>
            <a:ext cx="2437790" cy="109728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38621" y="4800600"/>
            <a:ext cx="243779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HPA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2-10 réplicas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898026" y="3291840"/>
            <a:ext cx="487375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9385402" y="1371600"/>
            <a:ext cx="2559406" cy="4937760"/>
          </a:xfrm>
          <a:prstGeom prst="roundRect">
            <a:avLst>
              <a:gd name="adj" fmla="val 2858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385402" y="1371600"/>
            <a:ext cx="255940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COUCHE 4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Supervision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9507017" y="2194560"/>
            <a:ext cx="2316175" cy="109728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507017" y="2194560"/>
            <a:ext cx="23161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:9090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9507017" y="3497580"/>
            <a:ext cx="2316175" cy="109728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507017" y="3497580"/>
            <a:ext cx="23161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:3000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9507017" y="4800600"/>
            <a:ext cx="2316175" cy="109728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507017" y="4800600"/>
            <a:ext cx="23161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Discord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44145" y="6377940"/>
            <a:ext cx="11701577" cy="342900"/>
          </a:xfrm>
          <a:prstGeom prst="rect">
            <a:avLst/>
          </a:prstGeom>
          <a:solidFill>
            <a:srgbClr val="455A64"/>
          </a:solidFill>
          <a:ln w="12700">
            <a:solidFill>
              <a:srgbClr val="455A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6377940"/>
            <a:ext cx="11457432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 GitHub Actions  ·  Lint  →  Build + Push DockerHub  →  Validate K8s  (déclenché à chaque git push)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 — Infrastructure as Code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 · Ansible · Terraform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508760"/>
            <a:ext cx="3656686" cy="89154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508760"/>
            <a:ext cx="3656686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📦  Vagrant + VirtualBox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4145" y="2400300"/>
            <a:ext cx="3656686" cy="3909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2606040"/>
            <a:ext cx="244145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6060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Vagrantfile déclaratif versionné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291840"/>
            <a:ext cx="244145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2918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 Ubuntu 22.04 LTS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977640"/>
            <a:ext cx="244145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9776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Réseau host-only 192.168.56.10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4663440"/>
            <a:ext cx="244145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6634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commande : vagrant up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5349240"/>
            <a:ext cx="244145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3492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Provisioner Ansible intégré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44061" y="1508760"/>
            <a:ext cx="3656686" cy="8915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44061" y="1508760"/>
            <a:ext cx="3656686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 Ansible — 3 rôles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144061" y="2400300"/>
            <a:ext cx="3656686" cy="3909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65676" y="2606040"/>
            <a:ext cx="244145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31436" y="26060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→ Nginx installé + démarré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265676" y="3291840"/>
            <a:ext cx="244145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31436" y="32918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→ UFW + SSH hardening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265676" y="3977640"/>
            <a:ext cx="244145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31436" y="39776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→ Docker + systemd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265676" y="4663440"/>
            <a:ext cx="244145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31436" y="46634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Idempotent (rejouable ∞)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265676" y="5349240"/>
            <a:ext cx="244145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31436" y="53492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auto-start au boot via systemd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044891" y="1508760"/>
            <a:ext cx="3656686" cy="89154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44891" y="1508760"/>
            <a:ext cx="3656686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🔧  Terraform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8044891" y="2400300"/>
            <a:ext cx="3656686" cy="3909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166506" y="2606040"/>
            <a:ext cx="244145" cy="4114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32266" y="26060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main.tf déclaratif HCL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166506" y="3291840"/>
            <a:ext cx="244145" cy="4114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532266" y="32918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Génère hosts.ini (inventaire Ansible)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166506" y="3977640"/>
            <a:ext cx="244145" cy="4114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532266" y="39776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Génère infra-info.txt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166506" y="4663440"/>
            <a:ext cx="244145" cy="4114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532266" y="46634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local + null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166506" y="5349240"/>
            <a:ext cx="244145" cy="4114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532266" y="53492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apply = infrastructure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44145" y="6377940"/>
            <a:ext cx="11457432" cy="41148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6377940"/>
            <a:ext cx="1121420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vagrant up   →   $ ansible-playbook ansible/playbook.yml   →   $ terraform apply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 — Conteneurs &amp; CI/CD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· Kubernetes · GitHub Actions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440180"/>
            <a:ext cx="5362956" cy="7543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440180"/>
            <a:ext cx="536295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🐳  Docker Compose — 6 services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4145" y="226314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4145" y="226314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Nginx (Dockerfile custom)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926080" y="226314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26080" y="226314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15 + init_db/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44145" y="315468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4145" y="315468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Métriques :9090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926080" y="315468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26080" y="315468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:3000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44145" y="404622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4145" y="404622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node-exporter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Métriques système :9100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926080" y="404622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26080" y="404622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Alertes :9093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850331" y="1440180"/>
            <a:ext cx="6094476" cy="7543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50331" y="1440180"/>
            <a:ext cx="609447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☸️  Kubernetes — Manifests YAML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0331" y="2263140"/>
          <a:ext cx="6094476" cy="914400"/>
        </p:xfrm>
        <a:graphic>
          <a:graphicData uri="http://schemas.openxmlformats.org/drawingml/2006/table">
            <a:tbl>
              <a:tblPr/>
              <a:tblGrid>
                <a:gridCol w="1950415"/>
                <a:gridCol w="1950415"/>
                <a:gridCol w="2193646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Ressource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14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14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Valeur clé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14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Deployment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Nginx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réplicas · image DockerHub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NodePort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 30080 exposé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Deployment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PostgreSQL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PVC 1Gi · Secret base64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HPA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Nginx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2-10 réplicas · CPU 50%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244145" y="5006340"/>
            <a:ext cx="11701577" cy="75438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44145" y="5006340"/>
            <a:ext cx="11701577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 Pipeline CI/CD GitHub Actions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87375" y="5897880"/>
            <a:ext cx="2437790" cy="754380"/>
          </a:xfrm>
          <a:prstGeom prst="roundRect">
            <a:avLst>
              <a:gd name="adj" fmla="val 8485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87375" y="5897880"/>
            <a:ext cx="243779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yamllint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 + YAML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2925166" y="5897880"/>
            <a:ext cx="487375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3412541" y="5897880"/>
            <a:ext cx="2437790" cy="754380"/>
          </a:xfrm>
          <a:prstGeom prst="roundRect">
            <a:avLst>
              <a:gd name="adj" fmla="val 8485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412541" y="5897880"/>
            <a:ext cx="243779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buildx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multi-platform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850331" y="5897880"/>
            <a:ext cx="487375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6337706" y="5897880"/>
            <a:ext cx="2437790" cy="754380"/>
          </a:xfrm>
          <a:prstGeom prst="roundRect">
            <a:avLst>
              <a:gd name="adj" fmla="val 8485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337706" y="5897880"/>
            <a:ext cx="243779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Hub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pilot-loicrich/iac-nginx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8775497" y="5897880"/>
            <a:ext cx="487375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9262872" y="5897880"/>
            <a:ext cx="2437790" cy="754380"/>
          </a:xfrm>
          <a:prstGeom prst="roundRect">
            <a:avLst>
              <a:gd name="adj" fmla="val 8485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262872" y="5897880"/>
            <a:ext cx="243779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yamllint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manifests K8s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BC03 — Supervision &amp; Alerting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· Grafana · Alertmanager · Discord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508760"/>
            <a:ext cx="5362956" cy="6858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508760"/>
            <a:ext cx="53629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Prometheus + Grafana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4145" y="2194560"/>
            <a:ext cx="5362956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2331720"/>
            <a:ext cx="244145" cy="3429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263140"/>
            <a:ext cx="47539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scrape targets : prometheus · node-exporter · Nginx · alertmanager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811780"/>
            <a:ext cx="244145" cy="3429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743200"/>
            <a:ext cx="47539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règles d'alertes : HighCPUUsage · HighMemoryUsage · NginxDown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291840"/>
            <a:ext cx="244145" cy="3429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223260"/>
            <a:ext cx="47539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PromQL CPU : 100 - (avg by(instance)(rate(node_cpu_seconds_total{mode="idle"}[2m])) * 100) &gt; 80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771900"/>
            <a:ext cx="244145" cy="3429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703320"/>
            <a:ext cx="47539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 auto-provisionné : datasource + dashboard JSON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4251960"/>
            <a:ext cx="244145" cy="3429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183380"/>
            <a:ext cx="47539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: CPU % · RAM used · Uptime · réseau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850331" y="1508760"/>
            <a:ext cx="6094476" cy="68580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50331" y="1508760"/>
            <a:ext cx="60944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🔔  Alertmanager → Discord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72861" y="2331720"/>
            <a:ext cx="1340510" cy="960120"/>
          </a:xfrm>
          <a:prstGeom prst="roundRect">
            <a:avLst>
              <a:gd name="adj" fmla="val 6667"/>
            </a:avLst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72861" y="2331720"/>
            <a:ext cx="134051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Règle déclenchée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(ex: NginxDown)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13371" y="2331720"/>
            <a:ext cx="1216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435901" y="2331720"/>
            <a:ext cx="1340510" cy="960120"/>
          </a:xfrm>
          <a:prstGeom prst="roundRect">
            <a:avLst>
              <a:gd name="adj" fmla="val 6667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35901" y="2331720"/>
            <a:ext cx="134051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:9093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776411" y="2331720"/>
            <a:ext cx="1216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898941" y="2331720"/>
            <a:ext cx="1340510" cy="960120"/>
          </a:xfrm>
          <a:prstGeom prst="roundRect">
            <a:avLst>
              <a:gd name="adj" fmla="val 6667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98941" y="2331720"/>
            <a:ext cx="134051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Routage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 severity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239451" y="2331720"/>
            <a:ext cx="1216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0361981" y="2331720"/>
            <a:ext cx="1340510" cy="960120"/>
          </a:xfrm>
          <a:prstGeom prst="roundRect">
            <a:avLst>
              <a:gd name="adj" fmla="val 6667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61981" y="2331720"/>
            <a:ext cx="134051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 🔔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850331" y="3429000"/>
            <a:ext cx="6094476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72861" y="3497580"/>
            <a:ext cx="5850331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alertmanager.yml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receiver: 'discord-webhook'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group_by: ['alertname','severity']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receivers: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'discord-webhook'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webhook_configs: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url: 'https://discord.com/api/webhooks/...'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44145" y="5074920"/>
            <a:ext cx="11701577" cy="6858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5074920"/>
            <a:ext cx="1145743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🐘  PostgreSQL 15 — init automatique : init_db/schema.sql monté dans /docker-entrypoint-initdb.d:ro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44145" y="5829300"/>
            <a:ext cx="11701577" cy="8915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5829300"/>
            <a:ext cx="11457432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3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IF NOT EXISTS public.utilisateurs ( id SERIAL PRIMARY KEY, nom VARCHAR(50), email VARCHAR(100) UNIQUE NOT NULL );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23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 INTO public.utilisateurs (nom, email) VALUES ('Loic','loic@test.com'),('Admin','admin@test.com')  ON CONFLICT (email) DO NOTHING;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 Sprint 13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3 points identifiés par Max Fauquemberg → résolus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714500"/>
            <a:ext cx="487375" cy="1097280"/>
          </a:xfrm>
          <a:prstGeom prst="ellipse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714500"/>
            <a:ext cx="4873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53135" y="150876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Déploiement monitoring sur VM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53135" y="2125980"/>
            <a:ext cx="5241341" cy="891540"/>
          </a:xfrm>
          <a:prstGeom prst="rect">
            <a:avLst/>
          </a:prstGeom>
          <a:solidFill>
            <a:srgbClr val="FFF3E0"/>
          </a:solidFill>
          <a:ln w="12700">
            <a:solidFill>
              <a:srgbClr val="FFCCA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3135" y="212598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Avant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74750" y="240030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Rôle Ansible 'monitoring' absent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docker-compose.monitoring.yml manquant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 provisioning absent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094476" y="2125980"/>
            <a:ext cx="609905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704381" y="2125980"/>
            <a:ext cx="5241341" cy="891540"/>
          </a:xfrm>
          <a:prstGeom prst="rect">
            <a:avLst/>
          </a:prstGeom>
          <a:solidFill>
            <a:srgbClr val="E8F5E9"/>
          </a:solidFill>
          <a:ln w="12700">
            <a:solidFill>
              <a:srgbClr val="AADDA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04381" y="212598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Après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825996" y="240030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Rôle créé : tasks + files/monitoring.service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Déploiement dans /opt/monitoring/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Systemd auto-start au boot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Datasource + dashboard auto-provisionné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44145" y="3360420"/>
            <a:ext cx="487375" cy="10972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4145" y="3360420"/>
            <a:ext cx="4873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53135" y="315468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 → Discord end-to-end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53135" y="3771900"/>
            <a:ext cx="5241341" cy="891540"/>
          </a:xfrm>
          <a:prstGeom prst="rect">
            <a:avLst/>
          </a:prstGeom>
          <a:solidFill>
            <a:srgbClr val="FFF3E0"/>
          </a:solidFill>
          <a:ln w="12700">
            <a:solidFill>
              <a:srgbClr val="FFCCA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3135" y="377190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Avant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74750" y="404622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prometheus.yml : alertmanager targets: []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 jamais rejoint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alertmanager.yml absent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 rejetait HTTP 403 (User-Agent)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094476" y="3771900"/>
            <a:ext cx="609905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704381" y="3771900"/>
            <a:ext cx="5241341" cy="891540"/>
          </a:xfrm>
          <a:prstGeom prst="rect">
            <a:avLst/>
          </a:prstGeom>
          <a:solidFill>
            <a:srgbClr val="E8F5E9"/>
          </a:solidFill>
          <a:ln w="12700">
            <a:solidFill>
              <a:srgbClr val="AADDA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04381" y="377190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Après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825996" y="404622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Corrigé → targets: ['alertmanager:9093']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discord_relay.py (Python, port 9094)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webhook_configs → relay → Discord natif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User-Agent: DiscordBot → HTTP 204 ✅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44145" y="5006340"/>
            <a:ext cx="487375" cy="109728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4145" y="5006340"/>
            <a:ext cx="4873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53135" y="48006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Initialisation PostgreSQL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53135" y="5417820"/>
            <a:ext cx="5241341" cy="891540"/>
          </a:xfrm>
          <a:prstGeom prst="rect">
            <a:avLst/>
          </a:prstGeom>
          <a:solidFill>
            <a:srgbClr val="FFF3E0"/>
          </a:solidFill>
          <a:ln w="12700">
            <a:solidFill>
              <a:srgbClr val="FFCCA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3135" y="541782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Avant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74750" y="569214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Répertoire init_db/ inexistant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Aucun script SQL d'initialisation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non monté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094476" y="5417820"/>
            <a:ext cx="609905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6704381" y="5417820"/>
            <a:ext cx="5241341" cy="891540"/>
          </a:xfrm>
          <a:prstGeom prst="rect">
            <a:avLst/>
          </a:prstGeom>
          <a:solidFill>
            <a:srgbClr val="E8F5E9"/>
          </a:solidFill>
          <a:ln w="12700">
            <a:solidFill>
              <a:srgbClr val="AADDA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04381" y="541782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Après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825996" y="569214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init_db/schema.sql créé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ON CONFLICT DO NOTHING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Mount docker-compose ajouté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 README mise à jour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— 10 / 10 compétences REAC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Tous les blocs de compétences validés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508760"/>
            <a:ext cx="2681935" cy="377190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508760"/>
            <a:ext cx="2681935" cy="3771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10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90926" y="1508760"/>
          <a:ext cx="8653882" cy="914400"/>
        </p:xfrm>
        <a:graphic>
          <a:graphicData uri="http://schemas.openxmlformats.org/drawingml/2006/table">
            <a:tbl>
              <a:tblPr/>
              <a:tblGrid>
                <a:gridCol w="974750"/>
                <a:gridCol w="3047695"/>
                <a:gridCol w="1218895"/>
                <a:gridCol w="3412541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Compétence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Preuve principale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BC01-CP1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Provisionner VM avec Vagrant+Ansible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vagrant up → VM prete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BC01-CP2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Multi-roles Ansible (common/security/monitoring)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ansible/roles/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BC01-CP3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génère inventaire Ansible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apply → hosts.ini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BC01-CP4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versionné + Conventional Commits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sprints sur GitHub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BC02-CP1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Dockerfile + docker-compose multi-services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services orchestrés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BC02-CP2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Kubernetes Deployment+PVC+Secret+HPA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kubectl apply -f kubernetes/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BC02-CP3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 CI/CD GitHub Actions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jobs : lint→build→validate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BC03-CP1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Prometheus+Grafana métriques+dashboard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Auto-provisionné au démarrage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BC03-CP2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Alertmanager + discord_relay.py → Discord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HTTP 204 confirmé end-to-end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BC03-CP3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PostgreSQL init auto + PVC persistant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init_db/schema.sql monté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 → Compétences REAC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Chaque partie du projet coche une compétence du titre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371600"/>
            <a:ext cx="2925166" cy="48006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371600"/>
            <a:ext cx="29251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Partie du projet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0926" y="1371600"/>
            <a:ext cx="4144061" cy="4800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0926" y="1371600"/>
            <a:ext cx="4144061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Compétence REAC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557516" y="1371600"/>
            <a:ext cx="4388206" cy="48006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57516" y="1371600"/>
            <a:ext cx="438820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Livrable / Preuve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4145" y="1851660"/>
            <a:ext cx="146304" cy="445313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449" y="1851660"/>
            <a:ext cx="2778862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7025" y="185166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Vagrantfile + Ansible (3 rôles)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90926" y="1851660"/>
            <a:ext cx="4144061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52190" y="185166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BC01-CP1 — Automatiser le provisioning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557516" y="1851660"/>
            <a:ext cx="4388206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18781" y="185166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 up → VM Ubuntu opérationnelle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44145" y="2331720"/>
            <a:ext cx="146304" cy="445313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0449" y="2331720"/>
            <a:ext cx="2778862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7025" y="233172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 roles + Terraform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290926" y="2331720"/>
            <a:ext cx="4144061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52190" y="233172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BC01-CP2 — Infrastructure as Code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557516" y="2331720"/>
            <a:ext cx="4388206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18781" y="233172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ansible/roles/ + terraform apply → hosts.ini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44145" y="2811780"/>
            <a:ext cx="146304" cy="445313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90449" y="2811780"/>
            <a:ext cx="2778862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7025" y="281178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UFW + SSH hardening + K8s Secrets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0926" y="2811780"/>
            <a:ext cx="4144061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2190" y="281178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BC01-CP3 — Sécuriser l'infrastructure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557516" y="2811780"/>
            <a:ext cx="4388206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618781" y="281178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PermitRootLogin no · deny all UFW · .gitignore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44145" y="3291840"/>
            <a:ext cx="146304" cy="445313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90449" y="3291840"/>
            <a:ext cx="2778862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27025" y="329184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 + Kubernetes manifests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290926" y="3291840"/>
            <a:ext cx="4144061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52190" y="329184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BC01-CP4 — Mettre en production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557516" y="3291840"/>
            <a:ext cx="4388206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18781" y="329184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Vagrantfile versionné + kubectl apply -f kubernetes/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44145" y="3771900"/>
            <a:ext cx="146304" cy="445313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90449" y="3771900"/>
            <a:ext cx="2778862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27025" y="377190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 (6 services)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290926" y="3771900"/>
            <a:ext cx="4144061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352190" y="377190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BC02-CP1 — Environnement de test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57516" y="3771900"/>
            <a:ext cx="4388206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618781" y="377190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 up -d → 6 conteneurs UP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44145" y="4251960"/>
            <a:ext cx="146304" cy="445313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90449" y="4251960"/>
            <a:ext cx="2778862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27025" y="425196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PVC PostgreSQL + init_db/schema.sql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290926" y="4251960"/>
            <a:ext cx="4144061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352190" y="425196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BC02-CP2 — Stockage persistant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557516" y="4251960"/>
            <a:ext cx="4388206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18781" y="425196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PVC 1Gi · INSERT ON CONFLICT DO NOTHING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44145" y="4732020"/>
            <a:ext cx="146304" cy="445313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90449" y="4732020"/>
            <a:ext cx="2778862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27025" y="473202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Dockerfile + image Docker Hub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3290926" y="4732020"/>
            <a:ext cx="4144061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352190" y="473202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BC02-CP3 — Conteneuriser l'application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557516" y="4732020"/>
            <a:ext cx="4388206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618781" y="473202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pilot-loicrich/iac-nginx:latest sur Docker Hub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244145" y="5212080"/>
            <a:ext cx="146304" cy="445313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90449" y="5212080"/>
            <a:ext cx="2778862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27025" y="521208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(lint→build→validate)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3290926" y="5212080"/>
            <a:ext cx="4144061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352190" y="521208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BC02-CP4 — Pipeline CI/CD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557516" y="5212080"/>
            <a:ext cx="4388206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618781" y="521208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jobs séquentiels · déclenché à chaque push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244145" y="5692140"/>
            <a:ext cx="146304" cy="445313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90449" y="5692140"/>
            <a:ext cx="2778862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27025" y="569214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+ alerts.yml (3 alertes)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3290926" y="5692140"/>
            <a:ext cx="4144061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352190" y="569214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BC03-CP1 — Définir les KPIs / alertes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7557516" y="5692140"/>
            <a:ext cx="4388206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618781" y="569214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HighCPU · HighMemory · NginxDown en PromQL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244145" y="6172200"/>
            <a:ext cx="146304" cy="445313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90449" y="6172200"/>
            <a:ext cx="2778862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27025" y="617220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 + Alertmanager + discord_relay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3290926" y="6172200"/>
            <a:ext cx="4144061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352190" y="617220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BC03-CP2 — Superviser les services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7557516" y="6172200"/>
            <a:ext cx="4388206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618781" y="617220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auto · Discord HTTP 204 confirmé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244145" y="6583680"/>
            <a:ext cx="3656686" cy="274320"/>
          </a:xfrm>
          <a:prstGeom prst="roundRect">
            <a:avLst>
              <a:gd name="adj" fmla="val 16667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244145" y="6583680"/>
            <a:ext cx="365668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 — IaC &amp; Infra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144975" y="6583680"/>
            <a:ext cx="3656686" cy="274320"/>
          </a:xfrm>
          <a:prstGeom prst="roundRect">
            <a:avLst>
              <a:gd name="adj" fmla="val 16667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144975" y="6583680"/>
            <a:ext cx="365668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 — Conteneurs &amp; CI/CD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8045806" y="6583680"/>
            <a:ext cx="3656686" cy="274320"/>
          </a:xfrm>
          <a:prstGeom prst="roundRect">
            <a:avLst>
              <a:gd name="adj" fmla="val 16667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45806" y="6583680"/>
            <a:ext cx="365668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BC03 — Supervision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Démonstration Live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Séquence de commandes — prêt à l'emploi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508760"/>
            <a:ext cx="5728716" cy="68580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508760"/>
            <a:ext cx="572871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VM + Ansible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4145" y="2194560"/>
            <a:ext cx="5728716" cy="1577340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33172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vagrant up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65760" y="281178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ansible-playbook ansible/playbook.yml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" y="329184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http://192.168.56.10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006" y="1508760"/>
            <a:ext cx="5728716" cy="6858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006" y="1508760"/>
            <a:ext cx="572871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Docker Compose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006" y="2194560"/>
            <a:ext cx="5728716" cy="1577340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8621" y="233172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up -d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38621" y="281178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ps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38621" y="329184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http://localhost:8080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44145" y="3909060"/>
            <a:ext cx="5728716" cy="68580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4145" y="3909060"/>
            <a:ext cx="572871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Kubernetes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44145" y="4594860"/>
            <a:ext cx="5728716" cy="1577340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473202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kubectl apply -f kubernetes/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" y="521208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kubectl get pods,svc,hpa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65760" y="569214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kubectl get pvc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17006" y="3909060"/>
            <a:ext cx="5728716" cy="6858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006" y="3909060"/>
            <a:ext cx="572871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Monitoring + Discord ✅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17006" y="4594860"/>
            <a:ext cx="5728716" cy="1577340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38621" y="473202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# Grafana : http://localhost:3000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338621" y="521208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stop node-exporter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338621" y="569214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# → Discord : alerte reçue (HTTP 204) 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44145" y="6446520"/>
            <a:ext cx="11701577" cy="34290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6446520"/>
            <a:ext cx="11457432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exec db psql -U admin -d testdb -c 'SELECT * FROM utilisateurs;'   →  2 lignes ✅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457700"/>
            <a:ext cx="12192000" cy="24003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51162" y="-685800"/>
            <a:ext cx="3412541" cy="3429000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09905" y="685800"/>
            <a:ext cx="10970057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Merci pour votre attention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09905" y="1920240"/>
            <a:ext cx="1827886" cy="82296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905" y="2194560"/>
            <a:ext cx="304495" cy="342900"/>
          </a:xfrm>
          <a:prstGeom prst="ellipse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12598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 compétences REAC ASD validées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9905" y="2674620"/>
            <a:ext cx="304495" cy="342900"/>
          </a:xfrm>
          <a:prstGeom prst="ellipse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260604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100% automatisée et reproductible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09905" y="3154680"/>
            <a:ext cx="304495" cy="342900"/>
          </a:xfrm>
          <a:prstGeom prst="ellipse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08610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 opérationnel — chaque commit est testé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9905" y="3634740"/>
            <a:ext cx="304495" cy="342900"/>
          </a:xfrm>
          <a:prstGeom prst="ellipse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356616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Supervision complète avec alerting Discord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09905" y="4594860"/>
            <a:ext cx="7313371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Loïc NANZO TONLIEU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09905" y="514350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loicnanzo1@outlook.fr  |  06 34 38 98 55  |  Orléans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09905" y="562356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github.com/pilot-loicrich/iac-infra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32266" y="4594860"/>
            <a:ext cx="3412541" cy="1714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?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Soutenance ASD — iac-infra</dc:title>
  <dc:subject>ASD RNCP 36061 — iac-infra</dc:subject>
  <dc:creator>Loïc NANZO TONLIEU</dc:creator>
  <cp:lastModifiedBy>Loïc NANZO TONLIEU</cp:lastModifiedBy>
  <cp:revision>1</cp:revision>
  <dcterms:created xsi:type="dcterms:W3CDTF">2026-06-12T07:22:46Z</dcterms:created>
  <dcterms:modified xsi:type="dcterms:W3CDTF">2026-06-12T07:22:46Z</dcterms:modified>
</cp:coreProperties>
</file>