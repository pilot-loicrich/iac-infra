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00600"/>
            <a:ext cx="12192000" cy="20574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95306" y="-1028700"/>
            <a:ext cx="3047695" cy="30861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2171" y="3429000"/>
            <a:ext cx="3656686" cy="37719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905" y="82296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iac-infra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09905" y="205740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— Administrateur Système DevOps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09905" y="3017520"/>
            <a:ext cx="1463040" cy="8229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9905" y="3223260"/>
            <a:ext cx="731337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RNCP 36061 — ASD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9905" y="5074920"/>
            <a:ext cx="60944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9905" y="5623560"/>
            <a:ext cx="85322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IT d'Orléans  •  Formateur : Max Fauquemberg  •  Mai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90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990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1168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1345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1345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523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523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00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00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1878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1878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2055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055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42233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233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la présentation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IaC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2064" y="500634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510966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48640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4925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21501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21501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84925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21501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S13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21501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formateur résolus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84925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21501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&amp; Démo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21501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REAC —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1457432" cy="1234440"/>
          </a:xfrm>
          <a:prstGeom prst="roundRect">
            <a:avLst>
              <a:gd name="adj" fmla="val 7407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905" y="1577340"/>
            <a:ext cx="10970057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  Comment automatiser complètement le déploiement, la configuration et la supervision d'une infrastructure cloud-native en appliquant les principes DevOps tout en couvrant les 10 compétences du REAC ASD ?  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Formation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Titre ASD RNCP 36061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École IT d'Orléans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 Blocs de compétences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5326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 Contrainte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26941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Poste Windows 11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VM VirtualBox (pas serveur cloud)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Environnement local complet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4891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Objectif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66506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100% automatisée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Chaîne DevOps complète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Documentation opérationnelle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 iac-infra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437790" cy="4937760"/>
          </a:xfrm>
          <a:prstGeom prst="roundRect">
            <a:avLst>
              <a:gd name="adj" fmla="val 3001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43779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 &amp; Config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56616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56616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rôles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480060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80060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81935" y="3566160"/>
            <a:ext cx="365760" cy="1371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81935" y="3291840"/>
            <a:ext cx="3657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047695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695" y="1371600"/>
            <a:ext cx="268193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192.168.56.10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69310" y="240030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9310" y="240030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:80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69310" y="363474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69310" y="363474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69310" y="486918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69310" y="486918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2871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216091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6091" y="1371600"/>
            <a:ext cx="26819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38621" y="219456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8621" y="219456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38621" y="349758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38621" y="349758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PVC + Secret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38621" y="480060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480060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2-10 réplicas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9802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385402" y="1371600"/>
            <a:ext cx="2559406" cy="4937760"/>
          </a:xfrm>
          <a:prstGeom prst="roundRect">
            <a:avLst>
              <a:gd name="adj" fmla="val 285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85402" y="1371600"/>
            <a:ext cx="255940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507017" y="219456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507017" y="219456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507017" y="349758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07017" y="349758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:3000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07017" y="480060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07017" y="480060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Discord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44145" y="6377940"/>
            <a:ext cx="11701577" cy="34290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637794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GitHub Actions  ·  Lint  →  Build + Push DockerHub  →  Validate K8s  (déclenché à chaque git push)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as Code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 Vagrant + VirtualBox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6060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déclaratif versionné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2918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 LTS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9776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 host-only 192.168.56.10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6634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commande : vagrant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3492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Provisioner Ansible intégré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Ansible — 4 rôles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4406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65676" y="26060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143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→ paquets de base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65676" y="32918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143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→ UFW + SSH hardening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65676" y="39776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3143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→ Docker + stack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65676" y="46634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3143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webapp → WordPress + MariaDB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65676" y="53492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3143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auto-start au boot via systemd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 Terraform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04489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6506" y="26060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3226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déclaratif HCL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166506" y="32918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3226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hosts.ini (inventaire Ansible)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166506" y="39776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3226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infra-info.txt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166506" y="46634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3226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local + null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6506" y="53492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3226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 = infrastructure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44145" y="6377940"/>
            <a:ext cx="11457432" cy="41148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6377940"/>
            <a:ext cx="1121420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   →   $ ansible-playbook ansible/playbook.yml   →   $ terraform apply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🐳  Docker Compose — WordPress + monitoring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5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(image custom)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26080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 11 (base wordpress)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4145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4145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:9090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26080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:3000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node-exporter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système :9100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26080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Alertes :9093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☸️  Kubernetes — Manifests YAML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0331" y="2263140"/>
          <a:ext cx="6094476" cy="914400"/>
        </p:xfrm>
        <a:graphic>
          <a:graphicData uri="http://schemas.openxmlformats.org/drawingml/2006/table">
            <a:tbl>
              <a:tblPr/>
              <a:tblGrid>
                <a:gridCol w="1950415"/>
                <a:gridCol w="1950415"/>
                <a:gridCol w="219364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 clé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WordPress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réplicas · image DockerHub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NodePort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 30080 exposé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PVC 1Gi · Secret base64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WordPress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2-10 réplicas · CPU 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Pipeline CI/CD GitHub Actions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87375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7375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+ YAML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2925166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412541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12541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buildx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0331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337706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37706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Hub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lnanzotonlieu/iac-wordpress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8775497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9262872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62872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manifests K8s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 &amp; Alerting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 · Discord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Prometheus + Grafana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362956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33172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6314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scrape targets : prometheus · node-exporter · mysqld-exporter · alertmanager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1178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4320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règles d'alertes : HighCPUUsage · HighMemoryUsage · NginxDown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29184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2326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PromQL CPU : 100 - (avg by(instance)(rate(node_cpu_seconds_total{mode="idle"}[2m])) * 100) &gt; 80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7190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auto-provisionné : datasource + dashboard JSON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25196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8338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 CPU % · RAM used · Uptime · réseau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  Alertmanager → Discord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286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7286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déclenchée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(ex: NginxDown)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337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3590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3590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77641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89894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9894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Routage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severity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3945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36198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6198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🔔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0331" y="3429000"/>
            <a:ext cx="6094476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72861" y="3497580"/>
            <a:ext cx="5850331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alertmanager.yml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receiver: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group_by: ['alertname','severity']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receivers: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webhook_configs: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url: 'https://discord.com/api/webhooks/...'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44145" y="5074920"/>
            <a:ext cx="11701577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5074920"/>
            <a:ext cx="114574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🐬  MariaDB 11 — base WordPress, identifiants via secret, exporter mysqld pour les métriques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44145" y="5829300"/>
            <a:ext cx="11701577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29300"/>
            <a:ext cx="11457432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Base 'wordpress' creee automatiquement par MariaDB (variables MARIADB_*)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WordPress genere son propre schema a l'installation : wp_users, wp_posts, wp_options...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Sprint 13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identifiés par Max Fauquemberg → résolus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714500"/>
            <a:ext cx="487375" cy="1097280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71450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3135" y="1508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monitoring sur VM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3135" y="212598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135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74750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Ansible 'monitoring'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docker-compose.monitoring.yml manquant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provisioning absent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94476" y="212598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704381" y="212598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4381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25996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créé : tasks + files/monitoring.service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dans /opt/monitoring/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Systemd auto-start au boot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Datasource + dashboard auto-provisionné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3360420"/>
            <a:ext cx="487375" cy="10972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336042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3135" y="3154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→ Discord end-to-end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3135" y="377190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3135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4750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prometheus.yml : alertmanager targets: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jamais rejoint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alertmanager.yml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 rejetait HTTP 403 (User-Agent)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94476" y="377190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704381" y="377190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4381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25996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 → targets: ['alertmanager:9093']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discord_relay.py (Python, port 9094)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webhook_configs → relay → Discord natif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User-Agent: DiscordBot → HTTP 204 ✅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5006340"/>
            <a:ext cx="487375" cy="10972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4145" y="500634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3135" y="48006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réelle déployée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53135" y="541782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3135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4750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Nginx vide (pas d'app réelle)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PostgreSQL de test uniquement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boîte vide » (retour formateur)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94476" y="541782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704381" y="541782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04381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25996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déployé (Docker + K8s)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 + image WordPress durcie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Haute dispo : 2 réplicas + HPA + PVC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 via mysqld-exporter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— 10 / 10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Tous les blocs de compétences validés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681935" cy="37719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2681935" cy="3771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0926" y="1508760"/>
          <a:ext cx="8653882" cy="914400"/>
        </p:xfrm>
        <a:graphic>
          <a:graphicData uri="http://schemas.openxmlformats.org/drawingml/2006/table">
            <a:tbl>
              <a:tblPr/>
              <a:tblGrid>
                <a:gridCol w="974750"/>
                <a:gridCol w="3047695"/>
                <a:gridCol w="1218895"/>
                <a:gridCol w="341254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Compétence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Preuve principale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Provisionner VM avec Vagrant+Ansible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vagrant up → VM prete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Multi-roles Ansible (common/security/monitoring)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ansible/roles/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génère inventaire 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apply → hosts.ini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versionné + Conventional Commits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sprints sur GitHub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Dockerfile + docker-compose multi-services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services orchestrés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Kubernetes Deployment+PVC+Secret+HPA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kubectl apply -f kubernetes/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CI/CD GitHub Actions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jobs : lint→build→validate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Prometheus+Grafana métriques+dashboard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Auto-provisionné au démarrage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Alertmanager + discord_relay.py → Discord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204 confirmé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MariaDB + PVC persistant (WordPress)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wordpress auto-initialisée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 →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partie du projet coche une compétence du titre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du projet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Compétence REAC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Livrable / Preuve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5" y="185166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449" y="185166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025" y="18516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+ Ansible (3 rôles)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90926" y="185166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2190" y="18516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BC01-CP1 — Automatiser le provisioning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57516" y="185166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18781" y="18516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up → VM Ubuntu opérationnelle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4145" y="233172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0449" y="233172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7025" y="23317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roles + Terraform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0926" y="233172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2190" y="23317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BC01-CP2 — Infrastructure as Code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57516" y="233172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18781" y="23317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ansible/roles/ + terraform apply → hosts.ini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281178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0449" y="281178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7025" y="28117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 hardening + K8s Secrets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0926" y="281178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2190" y="28117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BC01-CP3 — Sécuriser l'infrastructure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57516" y="281178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18781" y="28117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PermitRootLogin no · deny all UFW · .gitignore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44145" y="329184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0449" y="329184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7025" y="32918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+ Kubernetes manifests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90926" y="329184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52190" y="32918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BC01-CP4 — Mettre en production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57516" y="329184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18781" y="32918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versionné + kubectl apply -f kubernetes/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4145" y="377190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90449" y="377190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7025" y="37719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(6 services)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0926" y="377190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52190" y="37719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BC02-CP1 — Environnement de test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57516" y="377190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18781" y="37719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-d → 6 conteneurs UP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4145" y="425196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0449" y="425196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7025" y="42519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MariaDB + PVC wp-content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90926" y="425196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52190" y="42519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BC02-CP2 — Stockage persistant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57516" y="425196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18781" y="42519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1Gi · INSERT ON CONFLICT DO NOTHING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44145" y="473202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90449" y="473202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7025" y="47320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 + image Docker Hub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90926" y="473202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52190" y="47320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BC02-CP3 — Conteneuriser l'application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557516" y="473202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18781" y="47320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lnanzotonlieu/iac-wordpress:latest sur Docker Hub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44145" y="521208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90449" y="521208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27025" y="52120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(lint→build→validate)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290926" y="521208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52190" y="52120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BC02-CP4 — Pipeline CI/CD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557516" y="521208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618781" y="52120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jobs séquentiels · déclenché à chaque push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44145" y="569214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90449" y="569214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7025" y="56921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+ alerts.yml (3 alertes)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3290926" y="569214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352190" y="56921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BC03-CP1 — Définir les KPIs / alertes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557516" y="569214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618781" y="56921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HighCPU · HighMemory · NginxDown en PromQL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44145" y="617220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90449" y="617220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27025" y="61722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+ Alertmanager + discord_relay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3290926" y="617220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352190" y="61722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BC03-CP2 — Superviser les services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557516" y="617220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618781" y="61722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auto · Discord HTTP 204 confirmé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24414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4414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IaC &amp; Infra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14497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14497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8045806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45806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Démonstration Live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Séquence de commandes — prêt à l'emploi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VM + Ansible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ansible-playbook ansible/playbook.yml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http://192.168.56.10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Docker Compose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006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8621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up -d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38621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8621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http://localhost:8080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Kubernetes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4145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apply -f kubernetes/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pods,svc,hpa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pvc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Monitoring + Discord ✅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006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Grafana : http://localhost:3000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8621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stop node-exporter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38621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→ Discord : alerte reçue (HTTP 204) 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44145" y="6446520"/>
            <a:ext cx="11701577" cy="3429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644652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exec db sh -c 'mysql -uroot -p... -e "SHOW TABLES" wordpress'   →  tables WordPress ✅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57700"/>
            <a:ext cx="12192000" cy="24003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51162" y="-685800"/>
            <a:ext cx="3412541" cy="342900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9905" y="68580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pour votre attention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09905" y="1920240"/>
            <a:ext cx="1827886" cy="82296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5" y="219456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12598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 compétences REAC ASD validées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905" y="267462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60604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100% automatisée et reproductible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15468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0861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opérationnel — chaque commit est testé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9905" y="363474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661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 complète avec alerting Discord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9905" y="4594860"/>
            <a:ext cx="7313371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09905" y="51435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loicnanzo1@outlook.fr  |  06 34 38 98 55  |  Orléans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9905" y="56235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github.com/pilot-loicrich/iac-infra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32266" y="4594860"/>
            <a:ext cx="3412541" cy="1714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?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ASD — iac-infra</dc:title>
  <dc:subject>ASD RNCP 36061 — iac-infra</dc:subject>
  <dc:creator>Loïc NANZO TONLIEU</dc:creator>
  <cp:lastModifiedBy>Loïc NANZO TONLIEU</cp:lastModifiedBy>
  <cp:revision>1</cp:revision>
  <dcterms:created xsi:type="dcterms:W3CDTF">2026-06-12T07:22:46Z</dcterms:created>
  <dcterms:modified xsi:type="dcterms:W3CDTF">2026-06-12T07:22:46Z</dcterms:modified>
</cp:coreProperties>
</file>