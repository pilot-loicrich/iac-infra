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00600"/>
            <a:ext cx="12192000" cy="20574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995306" y="-1028700"/>
            <a:ext cx="3047695" cy="308610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2171" y="3429000"/>
            <a:ext cx="3656686" cy="3771900"/>
          </a:xfrm>
          <a:prstGeom prst="ellipse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9905" y="822960"/>
            <a:ext cx="10970057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iac-infra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609905" y="2057400"/>
            <a:ext cx="975116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AAC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Infrastructure as Code — Administrateur Système DevOps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609905" y="3017520"/>
            <a:ext cx="1463040" cy="8229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09905" y="3223260"/>
            <a:ext cx="7313371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CD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RNCP 36061 — ASD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09905" y="5074920"/>
            <a:ext cx="609447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Loïc NANZO TONLIEU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09905" y="5623560"/>
            <a:ext cx="853226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D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École IT d'Orléans  •  Formateur : Max Fauquemberg  •  Mai 2026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09905" y="6103620"/>
            <a:ext cx="1218895" cy="411480"/>
          </a:xfrm>
          <a:prstGeom prst="roundRect">
            <a:avLst>
              <a:gd name="adj" fmla="val 17778"/>
            </a:avLst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9905" y="6103620"/>
            <a:ext cx="121889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Vagrant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011680" y="6103620"/>
            <a:ext cx="1218895" cy="411480"/>
          </a:xfrm>
          <a:prstGeom prst="roundRect">
            <a:avLst>
              <a:gd name="adj" fmla="val 17778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011680" y="6103620"/>
            <a:ext cx="121889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Ansible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413455" y="6103620"/>
            <a:ext cx="1218895" cy="411480"/>
          </a:xfrm>
          <a:prstGeom prst="roundRect">
            <a:avLst>
              <a:gd name="adj" fmla="val 17778"/>
            </a:avLst>
          </a:prstGeom>
          <a:solidFill>
            <a:srgbClr val="4A148C"/>
          </a:solidFill>
          <a:ln w="12700">
            <a:solidFill>
              <a:srgbClr val="4A148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13455" y="6103620"/>
            <a:ext cx="121889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Terraform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815230" y="6103620"/>
            <a:ext cx="1218895" cy="411480"/>
          </a:xfrm>
          <a:prstGeom prst="roundRect">
            <a:avLst>
              <a:gd name="adj" fmla="val 17778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15230" y="6103620"/>
            <a:ext cx="121889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217006" y="6103620"/>
            <a:ext cx="1218895" cy="411480"/>
          </a:xfrm>
          <a:prstGeom prst="roundRect">
            <a:avLst>
              <a:gd name="adj" fmla="val 17778"/>
            </a:avLst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17006" y="6103620"/>
            <a:ext cx="121889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Kubernetes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7618781" y="6103620"/>
            <a:ext cx="1218895" cy="411480"/>
          </a:xfrm>
          <a:prstGeom prst="roundRect">
            <a:avLst>
              <a:gd name="adj" fmla="val 17778"/>
            </a:avLst>
          </a:prstGeom>
          <a:solidFill>
            <a:srgbClr val="455A64"/>
          </a:solidFill>
          <a:ln w="12700">
            <a:solidFill>
              <a:srgbClr val="455A6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618781" y="6103620"/>
            <a:ext cx="121889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Actions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9020556" y="6103620"/>
            <a:ext cx="1218895" cy="411480"/>
          </a:xfrm>
          <a:prstGeom prst="roundRect">
            <a:avLst>
              <a:gd name="adj" fmla="val 17778"/>
            </a:avLst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020556" y="6103620"/>
            <a:ext cx="121889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Prometheus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10422331" y="6103620"/>
            <a:ext cx="1218895" cy="411480"/>
          </a:xfrm>
          <a:prstGeom prst="roundRect">
            <a:avLst>
              <a:gd name="adj" fmla="val 17778"/>
            </a:avLst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422331" y="6103620"/>
            <a:ext cx="121889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Grafana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2000" cy="123444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234440"/>
            <a:ext cx="12192000" cy="103327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44145" y="137160"/>
            <a:ext cx="975116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de la présentation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1508760"/>
            <a:ext cx="146304" cy="96012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12064" y="1508760"/>
            <a:ext cx="5338267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508760"/>
            <a:ext cx="146304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1612087"/>
            <a:ext cx="5240426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Contexte &amp; Problématique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1988820"/>
            <a:ext cx="524042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55A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Pourquoi ce projet ?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2674620"/>
            <a:ext cx="146304" cy="9601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12064" y="2674620"/>
            <a:ext cx="5338267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674620"/>
            <a:ext cx="146304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48640" y="2777947"/>
            <a:ext cx="5240426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globale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" y="3154680"/>
            <a:ext cx="524042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55A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Vue d'ensemble du système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3840480"/>
            <a:ext cx="146304" cy="960120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12064" y="3840480"/>
            <a:ext cx="5338267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3840480"/>
            <a:ext cx="146304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48640" y="3943807"/>
            <a:ext cx="5240426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BC01 — Infrastructure IaC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" y="4320540"/>
            <a:ext cx="524042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55A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Vagrant · Ansible · Terraform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5006340"/>
            <a:ext cx="146304" cy="960120"/>
          </a:xfrm>
          <a:prstGeom prst="rect">
            <a:avLst/>
          </a:prstGeom>
          <a:solidFill>
            <a:srgbClr val="4A148C"/>
          </a:solidFill>
          <a:ln w="12700">
            <a:solidFill>
              <a:srgbClr val="4A148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12064" y="5006340"/>
            <a:ext cx="5338267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5006340"/>
            <a:ext cx="146304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48640" y="5109667"/>
            <a:ext cx="5240426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BC02 — Conteneurs &amp; CI/CD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48640" y="5486400"/>
            <a:ext cx="524042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55A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· Kubernetes · GitHub Actions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338621" y="1508760"/>
            <a:ext cx="146304" cy="96012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84925" y="1508760"/>
            <a:ext cx="5338267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38621" y="1508760"/>
            <a:ext cx="146304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521501" y="1612087"/>
            <a:ext cx="5240426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BC03 — Supervision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521501" y="1988820"/>
            <a:ext cx="524042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55A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Prometheus · Grafana · Alertmanager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338621" y="2674620"/>
            <a:ext cx="146304" cy="960120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484925" y="2674620"/>
            <a:ext cx="5338267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38621" y="2674620"/>
            <a:ext cx="146304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521501" y="2777947"/>
            <a:ext cx="5240426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Corrections S13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521501" y="3154680"/>
            <a:ext cx="524042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55A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3 points formateur résolus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338621" y="3840480"/>
            <a:ext cx="146304" cy="9601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484925" y="3840480"/>
            <a:ext cx="5338267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338621" y="3840480"/>
            <a:ext cx="146304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521501" y="3943807"/>
            <a:ext cx="5240426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Résultats &amp; Démo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521501" y="4320540"/>
            <a:ext cx="524042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55A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10/10 REAC — Live demo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2000" cy="123444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234440"/>
            <a:ext cx="12192000" cy="103327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44145" y="137160"/>
            <a:ext cx="975116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Contexte &amp; Problématique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44145" y="685800"/>
            <a:ext cx="975116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AC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Pourquoi ce projet ?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508760"/>
            <a:ext cx="11457432" cy="1234440"/>
          </a:xfrm>
          <a:prstGeom prst="roundRect">
            <a:avLst>
              <a:gd name="adj" fmla="val 7407"/>
            </a:avLst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09905" y="1577340"/>
            <a:ext cx="10970057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❝  Comment automatiser complètement le déploiement, la configuration et la supervision d'une infrastructure cloud-native en appliquant les principes DevOps tout en couvrant les 10 compétences du REAC ASD ?  ❞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3017520"/>
            <a:ext cx="353507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3017520"/>
            <a:ext cx="3535070" cy="6858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3017520"/>
            <a:ext cx="353507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🎓  Formation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7375" y="3840480"/>
            <a:ext cx="3290926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Titre ASD RNCP 36061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École IT d'Orléans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3 Blocs de compétences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205326" y="3017520"/>
            <a:ext cx="353507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205326" y="3017520"/>
            <a:ext cx="3535070" cy="6858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05326" y="3017520"/>
            <a:ext cx="353507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💻  Contrainte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326941" y="3840480"/>
            <a:ext cx="3290926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Poste Windows 11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VM VirtualBox (pas serveur cloud)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Environnement local complet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044891" y="3017520"/>
            <a:ext cx="353507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044891" y="3017520"/>
            <a:ext cx="3535070" cy="6858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044891" y="3017520"/>
            <a:ext cx="353507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🚀  Objectif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166506" y="3840480"/>
            <a:ext cx="3290926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Infrastructure 100% automatisée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Chaîne DevOps complète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Documentation opérationnelle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2000" cy="123444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234440"/>
            <a:ext cx="12192000" cy="103327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44145" y="137160"/>
            <a:ext cx="975116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globale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44145" y="685800"/>
            <a:ext cx="975116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AC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Vue d'ensemble du système iac-infra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44145" y="1371600"/>
            <a:ext cx="2437790" cy="4937760"/>
          </a:xfrm>
          <a:prstGeom prst="roundRect">
            <a:avLst>
              <a:gd name="adj" fmla="val 3001"/>
            </a:avLst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4145" y="1371600"/>
            <a:ext cx="243779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COUCHE 1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IaC &amp; Config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2331720"/>
            <a:ext cx="2193646" cy="1028700"/>
          </a:xfrm>
          <a:prstGeom prst="roundRect">
            <a:avLst>
              <a:gd name="adj" fmla="val 5333"/>
            </a:avLst>
          </a:prstGeom>
          <a:solidFill>
            <a:srgbClr val="FFFFFF">
              <a:alpha val="85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2331720"/>
            <a:ext cx="2193646" cy="1028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Vagrantfile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3566160"/>
            <a:ext cx="2193646" cy="1028700"/>
          </a:xfrm>
          <a:prstGeom prst="roundRect">
            <a:avLst>
              <a:gd name="adj" fmla="val 5333"/>
            </a:avLst>
          </a:prstGeom>
          <a:solidFill>
            <a:srgbClr val="FFFFFF">
              <a:alpha val="85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3566160"/>
            <a:ext cx="2193646" cy="1028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Ansible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rôles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4800600"/>
            <a:ext cx="2193646" cy="1028700"/>
          </a:xfrm>
          <a:prstGeom prst="roundRect">
            <a:avLst>
              <a:gd name="adj" fmla="val 5333"/>
            </a:avLst>
          </a:prstGeom>
          <a:solidFill>
            <a:srgbClr val="FFFFFF">
              <a:alpha val="85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4800600"/>
            <a:ext cx="2193646" cy="1028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Terraform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main.tf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681935" y="3566160"/>
            <a:ext cx="365760" cy="1371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681935" y="3291840"/>
            <a:ext cx="365760" cy="6172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3047695" y="1371600"/>
            <a:ext cx="2681935" cy="4937760"/>
          </a:xfrm>
          <a:prstGeom prst="roundRect">
            <a:avLst>
              <a:gd name="adj" fmla="val 2728"/>
            </a:avLst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047695" y="1371600"/>
            <a:ext cx="268193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COUCHE 2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VM Ubuntu 22.04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192.168.56.10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169310" y="2400300"/>
            <a:ext cx="2437790" cy="1028700"/>
          </a:xfrm>
          <a:prstGeom prst="roundRect">
            <a:avLst>
              <a:gd name="adj" fmla="val 5333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FFFFFF">
                <a:alpha val="7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169310" y="2400300"/>
            <a:ext cx="2437790" cy="1028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WordPress :80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169310" y="3634740"/>
            <a:ext cx="2437790" cy="1028700"/>
          </a:xfrm>
          <a:prstGeom prst="roundRect">
            <a:avLst>
              <a:gd name="adj" fmla="val 5333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FFFFFF">
                <a:alpha val="7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169310" y="3634740"/>
            <a:ext cx="2437790" cy="1028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UFW + SSH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hardening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169310" y="4869180"/>
            <a:ext cx="2437790" cy="1028700"/>
          </a:xfrm>
          <a:prstGeom prst="roundRect">
            <a:avLst>
              <a:gd name="adj" fmla="val 5333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FFFFFF">
                <a:alpha val="7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169310" y="4869180"/>
            <a:ext cx="2437790" cy="1028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Monitoring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728716" y="3291840"/>
            <a:ext cx="487375" cy="6172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A14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6216091" y="1371600"/>
            <a:ext cx="2681935" cy="4937760"/>
          </a:xfrm>
          <a:prstGeom prst="roundRect">
            <a:avLst>
              <a:gd name="adj" fmla="val 2728"/>
            </a:avLst>
          </a:prstGeom>
          <a:solidFill>
            <a:srgbClr val="4A148C"/>
          </a:solidFill>
          <a:ln w="12700">
            <a:solidFill>
              <a:srgbClr val="4A148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16091" y="1371600"/>
            <a:ext cx="268193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COUCHE 3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Kubernetes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338621" y="2194560"/>
            <a:ext cx="2437790" cy="1097280"/>
          </a:xfrm>
          <a:prstGeom prst="roundRect">
            <a:avLst>
              <a:gd name="adj" fmla="val 5000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FFFFFF">
                <a:alpha val="7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38621" y="2194560"/>
            <a:ext cx="243779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WordPress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338621" y="3497580"/>
            <a:ext cx="2437790" cy="1097280"/>
          </a:xfrm>
          <a:prstGeom prst="roundRect">
            <a:avLst>
              <a:gd name="adj" fmla="val 5000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FFFFFF">
                <a:alpha val="7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38621" y="3497580"/>
            <a:ext cx="243779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MariaDB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PVC + Secret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338621" y="4800600"/>
            <a:ext cx="2437790" cy="1097280"/>
          </a:xfrm>
          <a:prstGeom prst="roundRect">
            <a:avLst>
              <a:gd name="adj" fmla="val 5000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FFFFFF">
                <a:alpha val="70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38621" y="4800600"/>
            <a:ext cx="243779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HPA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2-10 réplicas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8898026" y="3291840"/>
            <a:ext cx="487375" cy="6172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9385402" y="1371600"/>
            <a:ext cx="2559406" cy="4937760"/>
          </a:xfrm>
          <a:prstGeom prst="roundRect">
            <a:avLst>
              <a:gd name="adj" fmla="val 2858"/>
            </a:avLst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385402" y="1371600"/>
            <a:ext cx="255940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COUCHE 4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Supervision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9507017" y="2194560"/>
            <a:ext cx="2316175" cy="1097280"/>
          </a:xfrm>
          <a:prstGeom prst="roundRect">
            <a:avLst>
              <a:gd name="adj" fmla="val 5000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FFFFFF">
                <a:alpha val="70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507017" y="2194560"/>
            <a:ext cx="2316175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Prometheus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:9090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9507017" y="3497580"/>
            <a:ext cx="2316175" cy="1097280"/>
          </a:xfrm>
          <a:prstGeom prst="roundRect">
            <a:avLst>
              <a:gd name="adj" fmla="val 5000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FFFFFF">
                <a:alpha val="70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507017" y="3497580"/>
            <a:ext cx="2316175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Grafana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:3000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9507017" y="4800600"/>
            <a:ext cx="2316175" cy="1097280"/>
          </a:xfrm>
          <a:prstGeom prst="roundRect">
            <a:avLst>
              <a:gd name="adj" fmla="val 5000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FFFFFF">
                <a:alpha val="7000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507017" y="4800600"/>
            <a:ext cx="2316175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Alertmanager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Discord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244145" y="6377940"/>
            <a:ext cx="11701577" cy="342900"/>
          </a:xfrm>
          <a:prstGeom prst="rect">
            <a:avLst/>
          </a:prstGeom>
          <a:solidFill>
            <a:srgbClr val="455A64"/>
          </a:solidFill>
          <a:ln w="12700">
            <a:solidFill>
              <a:srgbClr val="455A6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65760" y="6377940"/>
            <a:ext cx="11457432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CI/CD GitHub Actions  ·  Lint  →  Build + Push DockerHub  →  Validate K8s  (déclenché à chaque git push)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2000" cy="123444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234440"/>
            <a:ext cx="12192000" cy="103327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44145" y="137160"/>
            <a:ext cx="975116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BC01 — Infrastructure as Code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44145" y="685800"/>
            <a:ext cx="975116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AC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Vagrant · Ansible · Terraform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44145" y="1508760"/>
            <a:ext cx="3656686" cy="891540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4145" y="1508760"/>
            <a:ext cx="3656686" cy="8915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📦  Vagrant + VirtualBox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44145" y="2400300"/>
            <a:ext cx="3656686" cy="39090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2606040"/>
            <a:ext cx="244145" cy="411480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2606040"/>
            <a:ext cx="3046781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Vagrantfile déclaratif versionné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3291840"/>
            <a:ext cx="244145" cy="411480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3291840"/>
            <a:ext cx="3046781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VM Ubuntu 22.04 LTS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3977640"/>
            <a:ext cx="244145" cy="411480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3977640"/>
            <a:ext cx="3046781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Réseau host-only 192.168.56.10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4663440"/>
            <a:ext cx="244145" cy="411480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4663440"/>
            <a:ext cx="3046781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commande : vagrant up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5349240"/>
            <a:ext cx="244145" cy="411480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5349240"/>
            <a:ext cx="3046781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Provisioner Ansible intégré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144061" y="1508760"/>
            <a:ext cx="3656686" cy="89154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44061" y="1508760"/>
            <a:ext cx="3656686" cy="8915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⚙️  Ansible — 4 rôles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144061" y="2400300"/>
            <a:ext cx="3656686" cy="39090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265676" y="2606040"/>
            <a:ext cx="244145" cy="41148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31436" y="2606040"/>
            <a:ext cx="3046781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→ paquets de base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265676" y="3291840"/>
            <a:ext cx="244145" cy="41148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31436" y="3291840"/>
            <a:ext cx="3046781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→ UFW + SSH hardening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265676" y="3977640"/>
            <a:ext cx="244145" cy="41148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31436" y="3977640"/>
            <a:ext cx="3046781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monitoring → Docker + stack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265676" y="4663440"/>
            <a:ext cx="244145" cy="41148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31436" y="4663440"/>
            <a:ext cx="3046781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webapp → WordPress + MariaDB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265676" y="5349240"/>
            <a:ext cx="244145" cy="41148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31436" y="5349240"/>
            <a:ext cx="3046781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auto-start au boot via systemd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8044891" y="1508760"/>
            <a:ext cx="3656686" cy="891540"/>
          </a:xfrm>
          <a:prstGeom prst="rect">
            <a:avLst/>
          </a:prstGeom>
          <a:solidFill>
            <a:srgbClr val="4A148C"/>
          </a:solidFill>
          <a:ln w="12700">
            <a:solidFill>
              <a:srgbClr val="4A148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044891" y="1508760"/>
            <a:ext cx="3656686" cy="8915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🔧  Terraform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8044891" y="2400300"/>
            <a:ext cx="3656686" cy="39090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166506" y="2606040"/>
            <a:ext cx="244145" cy="411480"/>
          </a:xfrm>
          <a:prstGeom prst="rect">
            <a:avLst/>
          </a:prstGeom>
          <a:solidFill>
            <a:srgbClr val="4A148C"/>
          </a:solidFill>
          <a:ln w="12700">
            <a:solidFill>
              <a:srgbClr val="4A148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532266" y="2606040"/>
            <a:ext cx="3046781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main.tf déclaratif HCL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8166506" y="3291840"/>
            <a:ext cx="244145" cy="411480"/>
          </a:xfrm>
          <a:prstGeom prst="rect">
            <a:avLst/>
          </a:prstGeom>
          <a:solidFill>
            <a:srgbClr val="4A148C"/>
          </a:solidFill>
          <a:ln w="12700">
            <a:solidFill>
              <a:srgbClr val="4A148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532266" y="3291840"/>
            <a:ext cx="3046781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Génère hosts.ini (inventaire Ansible)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8166506" y="3977640"/>
            <a:ext cx="244145" cy="411480"/>
          </a:xfrm>
          <a:prstGeom prst="rect">
            <a:avLst/>
          </a:prstGeom>
          <a:solidFill>
            <a:srgbClr val="4A148C"/>
          </a:solidFill>
          <a:ln w="12700">
            <a:solidFill>
              <a:srgbClr val="4A148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532266" y="3977640"/>
            <a:ext cx="3046781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Génère infra-info.txt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8166506" y="4663440"/>
            <a:ext cx="244145" cy="411480"/>
          </a:xfrm>
          <a:prstGeom prst="rect">
            <a:avLst/>
          </a:prstGeom>
          <a:solidFill>
            <a:srgbClr val="4A148C"/>
          </a:solidFill>
          <a:ln w="12700">
            <a:solidFill>
              <a:srgbClr val="4A148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532266" y="4663440"/>
            <a:ext cx="3046781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Provider local + null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8166506" y="5349240"/>
            <a:ext cx="244145" cy="411480"/>
          </a:xfrm>
          <a:prstGeom prst="rect">
            <a:avLst/>
          </a:prstGeom>
          <a:solidFill>
            <a:srgbClr val="4A148C"/>
          </a:solidFill>
          <a:ln w="12700">
            <a:solidFill>
              <a:srgbClr val="4A148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532266" y="5349240"/>
            <a:ext cx="3046781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terraform apply = infrastructure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244145" y="6377940"/>
            <a:ext cx="11457432" cy="411480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65760" y="6377940"/>
            <a:ext cx="1121420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8D9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vagrant up   →   $ ansible-playbook ansible/playbook.yml   →   $ terraform apply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2000" cy="123444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234440"/>
            <a:ext cx="12192000" cy="103327"/>
          </a:xfrm>
          <a:prstGeom prst="rect">
            <a:avLst/>
          </a:prstGeom>
          <a:solidFill>
            <a:srgbClr val="4A148C"/>
          </a:solidFill>
          <a:ln w="12700">
            <a:solidFill>
              <a:srgbClr val="4A148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44145" y="137160"/>
            <a:ext cx="975116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BC02 — Conteneurs &amp; CI/CD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44145" y="685800"/>
            <a:ext cx="975116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AC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· Kubernetes · GitHub Actions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44145" y="1440180"/>
            <a:ext cx="5362956" cy="7543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4145" y="1440180"/>
            <a:ext cx="5362956" cy="7543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🐳  Docker Compose — WordPress + monitoring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44145" y="2263140"/>
            <a:ext cx="2559406" cy="754380"/>
          </a:xfrm>
          <a:prstGeom prst="roundRect">
            <a:avLst>
              <a:gd name="adj" fmla="val 7273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4145" y="2263140"/>
            <a:ext cx="2559406" cy="7543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WordPress (image custom)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926080" y="2263140"/>
            <a:ext cx="2559406" cy="754380"/>
          </a:xfrm>
          <a:prstGeom prst="roundRect">
            <a:avLst>
              <a:gd name="adj" fmla="val 7273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26080" y="2263140"/>
            <a:ext cx="2559406" cy="7543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MariaDB 11 (base wordpress)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44145" y="3154680"/>
            <a:ext cx="2559406" cy="754380"/>
          </a:xfrm>
          <a:prstGeom prst="roundRect">
            <a:avLst>
              <a:gd name="adj" fmla="val 7273"/>
            </a:avLst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44145" y="3154680"/>
            <a:ext cx="2559406" cy="7543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prometheus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Métriques :9090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926080" y="3154680"/>
            <a:ext cx="2559406" cy="754380"/>
          </a:xfrm>
          <a:prstGeom prst="roundRect">
            <a:avLst>
              <a:gd name="adj" fmla="val 7273"/>
            </a:avLst>
          </a:prstGeom>
          <a:solidFill>
            <a:srgbClr val="4A148C"/>
          </a:solidFill>
          <a:ln w="12700">
            <a:solidFill>
              <a:srgbClr val="4A148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926080" y="3154680"/>
            <a:ext cx="2559406" cy="7543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grafana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:3000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44145" y="4046220"/>
            <a:ext cx="2559406" cy="754380"/>
          </a:xfrm>
          <a:prstGeom prst="roundRect">
            <a:avLst>
              <a:gd name="adj" fmla="val 7273"/>
            </a:avLst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44145" y="4046220"/>
            <a:ext cx="2559406" cy="7543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node-exporter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Métriques système :9100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926080" y="4046220"/>
            <a:ext cx="2559406" cy="754380"/>
          </a:xfrm>
          <a:prstGeom prst="roundRect">
            <a:avLst>
              <a:gd name="adj" fmla="val 7273"/>
            </a:avLst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26080" y="4046220"/>
            <a:ext cx="2559406" cy="7543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alertmanager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Alertes :9093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850331" y="1440180"/>
            <a:ext cx="6094476" cy="754380"/>
          </a:xfrm>
          <a:prstGeom prst="rect">
            <a:avLst/>
          </a:prstGeom>
          <a:solidFill>
            <a:srgbClr val="4A148C"/>
          </a:solidFill>
          <a:ln w="12700">
            <a:solidFill>
              <a:srgbClr val="4A148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850331" y="1440180"/>
            <a:ext cx="6094476" cy="7543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☸️  Kubernetes — Manifests YAML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850331" y="2263140"/>
          <a:ext cx="6094476" cy="914400"/>
        </p:xfrm>
        <a:graphic>
          <a:graphicData uri="http://schemas.openxmlformats.org/drawingml/2006/table">
            <a:tbl>
              <a:tblPr/>
              <a:tblGrid>
                <a:gridCol w="1950415"/>
                <a:gridCol w="1950415"/>
                <a:gridCol w="2193646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Ressource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48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Objet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48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Valeur clé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48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Deployment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WordPress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 réplicas · image DockerHub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Service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NodePort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Port 30080 exposé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Deployment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MariaDB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PVC 1Gi · Secret base64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HPA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WordPress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2-10 réplicas · CPU 50%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24" name="Shape 21"/>
          <p:cNvSpPr/>
          <p:nvPr/>
        </p:nvSpPr>
        <p:spPr>
          <a:xfrm>
            <a:off x="244145" y="5006340"/>
            <a:ext cx="11701577" cy="75438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244145" y="5006340"/>
            <a:ext cx="11701577" cy="7543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 Pipeline CI/CD GitHub Actions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487375" y="5897880"/>
            <a:ext cx="2437790" cy="754380"/>
          </a:xfrm>
          <a:prstGeom prst="roundRect">
            <a:avLst>
              <a:gd name="adj" fmla="val 8485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87375" y="5897880"/>
            <a:ext cx="2437790" cy="7543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LINT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yamllint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Ansible + YAML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2925166" y="5897880"/>
            <a:ext cx="487375" cy="7543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3412541" y="5897880"/>
            <a:ext cx="2437790" cy="754380"/>
          </a:xfrm>
          <a:prstGeom prst="roundRect">
            <a:avLst>
              <a:gd name="adj" fmla="val 8485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3412541" y="5897880"/>
            <a:ext cx="2437790" cy="7543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buildx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multi-platform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5850331" y="5897880"/>
            <a:ext cx="487375" cy="7543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32" name="Shape 29"/>
          <p:cNvSpPr/>
          <p:nvPr/>
        </p:nvSpPr>
        <p:spPr>
          <a:xfrm>
            <a:off x="6337706" y="5897880"/>
            <a:ext cx="2437790" cy="754380"/>
          </a:xfrm>
          <a:prstGeom prst="roundRect">
            <a:avLst>
              <a:gd name="adj" fmla="val 8485"/>
            </a:avLst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337706" y="5897880"/>
            <a:ext cx="2437790" cy="7543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PUSH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Hub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lnanzotonlieu/iac-wordpress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8775497" y="5897880"/>
            <a:ext cx="487375" cy="7543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35" name="Shape 32"/>
          <p:cNvSpPr/>
          <p:nvPr/>
        </p:nvSpPr>
        <p:spPr>
          <a:xfrm>
            <a:off x="9262872" y="5897880"/>
            <a:ext cx="2437790" cy="754380"/>
          </a:xfrm>
          <a:prstGeom prst="roundRect">
            <a:avLst>
              <a:gd name="adj" fmla="val 8485"/>
            </a:avLst>
          </a:prstGeom>
          <a:solidFill>
            <a:srgbClr val="4A148C"/>
          </a:solidFill>
          <a:ln w="12700">
            <a:solidFill>
              <a:srgbClr val="4A148C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9262872" y="5897880"/>
            <a:ext cx="2437790" cy="7543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yamllint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manifests K8s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2000" cy="123444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234440"/>
            <a:ext cx="12192000" cy="103327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44145" y="137160"/>
            <a:ext cx="975116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BC03 — Supervision &amp; Alerting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44145" y="685800"/>
            <a:ext cx="975116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AC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Prometheus · Grafana · Alertmanager · Discord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44145" y="1508760"/>
            <a:ext cx="5362956" cy="68580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4145" y="1508760"/>
            <a:ext cx="536295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 Prometheus + Grafana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44145" y="2194560"/>
            <a:ext cx="5362956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2331720"/>
            <a:ext cx="244145" cy="34290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2263140"/>
            <a:ext cx="4753966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scrape targets : prometheus · node-exporter · mysqld-exporter · alertmanager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2811780"/>
            <a:ext cx="244145" cy="34290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2743200"/>
            <a:ext cx="4753966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règles d'alertes : HighCPUUsage · HighMemoryUsage · InstanceDown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3291840"/>
            <a:ext cx="244145" cy="34290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3223260"/>
            <a:ext cx="4753966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PromQL CPU : 100 - (avg by(instance)(rate(node_cpu_seconds_total{mode="idle"}[2m])) * 100) &gt; 80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3771900"/>
            <a:ext cx="244145" cy="34290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3703320"/>
            <a:ext cx="4753966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Grafana auto-provisionné : datasource + dashboard JSON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4251960"/>
            <a:ext cx="244145" cy="34290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4183380"/>
            <a:ext cx="4753966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: CPU % · RAM used · Uptime · réseau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850331" y="1508760"/>
            <a:ext cx="6094476" cy="685800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850331" y="1508760"/>
            <a:ext cx="609447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🔔  Alertmanager → Discord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972861" y="2331720"/>
            <a:ext cx="1340510" cy="960120"/>
          </a:xfrm>
          <a:prstGeom prst="roundRect">
            <a:avLst>
              <a:gd name="adj" fmla="val 6667"/>
            </a:avLst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72861" y="2331720"/>
            <a:ext cx="134051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Règle déclenchée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(ex: InstanceDown)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313371" y="2331720"/>
            <a:ext cx="12161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55A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7435901" y="2331720"/>
            <a:ext cx="1340510" cy="960120"/>
          </a:xfrm>
          <a:prstGeom prst="roundRect">
            <a:avLst>
              <a:gd name="adj" fmla="val 6667"/>
            </a:avLst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435901" y="2331720"/>
            <a:ext cx="134051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Alertmanager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:9093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776411" y="2331720"/>
            <a:ext cx="12161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55A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8898941" y="2331720"/>
            <a:ext cx="1340510" cy="960120"/>
          </a:xfrm>
          <a:prstGeom prst="roundRect">
            <a:avLst>
              <a:gd name="adj" fmla="val 6667"/>
            </a:avLst>
          </a:prstGeom>
          <a:solidFill>
            <a:srgbClr val="4A148C"/>
          </a:solidFill>
          <a:ln w="12700">
            <a:solidFill>
              <a:srgbClr val="4A148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898941" y="2331720"/>
            <a:ext cx="134051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Routage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 severity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239451" y="2331720"/>
            <a:ext cx="12161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55A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10361981" y="2331720"/>
            <a:ext cx="1340510" cy="960120"/>
          </a:xfrm>
          <a:prstGeom prst="roundRect">
            <a:avLst>
              <a:gd name="adj" fmla="val 6667"/>
            </a:avLst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361981" y="2331720"/>
            <a:ext cx="134051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Discord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Webhook 🔔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850331" y="3429000"/>
            <a:ext cx="6094476" cy="1508760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972861" y="3497580"/>
            <a:ext cx="5850331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8D9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alertmanager.yml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8D9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route: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8D9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receiver: 'discord-webhook'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8D9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group_by: ['alertname','severity']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8D9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receivers: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8D9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name: 'discord-webhook'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8D9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webhook_configs: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8D9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url: 'https://discord.com/api/webhooks/...'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44145" y="5074920"/>
            <a:ext cx="11701577" cy="6858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5760" y="5074920"/>
            <a:ext cx="1145743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🐬  MariaDB 11 — base WordPress, identifiants via secret, exporter mysqld pour les métriques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244145" y="5829300"/>
            <a:ext cx="11701577" cy="8915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65760" y="5829300"/>
            <a:ext cx="11457432" cy="8915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3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Base 'wordpress' creee automatiquement par MariaDB (variables MARIADB_*)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23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WordPress genere son propre schema a l'installation : wp_users, wp_posts, wp_options...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2000" cy="123444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234440"/>
            <a:ext cx="12192000" cy="103327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44145" y="137160"/>
            <a:ext cx="975116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Corrections Sprint 13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44145" y="685800"/>
            <a:ext cx="975116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AC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3 points identifiés par Max Fauquemberg → résolus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44145" y="1714500"/>
            <a:ext cx="487375" cy="1097280"/>
          </a:xfrm>
          <a:prstGeom prst="ellipse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4145" y="1714500"/>
            <a:ext cx="487375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53135" y="1508760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Déploiement monitoring sur VM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53135" y="2125980"/>
            <a:ext cx="5241341" cy="891540"/>
          </a:xfrm>
          <a:prstGeom prst="rect">
            <a:avLst/>
          </a:prstGeom>
          <a:solidFill>
            <a:srgbClr val="FFF3E0"/>
          </a:solidFill>
          <a:ln w="12700">
            <a:solidFill>
              <a:srgbClr val="FFCCA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3135" y="2125980"/>
            <a:ext cx="146304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 Avant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974750" y="2400300"/>
            <a:ext cx="4997196" cy="6172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63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Rôle Ansible 'monitoring' absent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63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docker-compose.monitoring.yml manquant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63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Grafana provisioning absent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094476" y="2125980"/>
            <a:ext cx="609905" cy="8915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704381" y="2125980"/>
            <a:ext cx="5241341" cy="891540"/>
          </a:xfrm>
          <a:prstGeom prst="rect">
            <a:avLst/>
          </a:prstGeom>
          <a:solidFill>
            <a:srgbClr val="E8F5E9"/>
          </a:solidFill>
          <a:ln w="12700">
            <a:solidFill>
              <a:srgbClr val="AADDA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04381" y="2125980"/>
            <a:ext cx="146304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Après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825996" y="2400300"/>
            <a:ext cx="4997196" cy="6172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3D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Rôle créé : tasks + files/monitoring.service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3D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Déploiement dans /opt/monitoring/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3D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Systemd auto-start au boot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3D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Datasource + dashboard auto-provisionné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44145" y="3360420"/>
            <a:ext cx="487375" cy="1097280"/>
          </a:xfrm>
          <a:prstGeom prst="ellipse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44145" y="3360420"/>
            <a:ext cx="487375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53135" y="3154680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Alertmanager → Discord end-to-end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53135" y="3771900"/>
            <a:ext cx="5241341" cy="891540"/>
          </a:xfrm>
          <a:prstGeom prst="rect">
            <a:avLst/>
          </a:prstGeom>
          <a:solidFill>
            <a:srgbClr val="FFF3E0"/>
          </a:solidFill>
          <a:ln w="12700">
            <a:solidFill>
              <a:srgbClr val="FFCCA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3135" y="3771900"/>
            <a:ext cx="146304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 Avant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974750" y="4046220"/>
            <a:ext cx="4997196" cy="6172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63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prometheus.yml : alertmanager targets: []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63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Alertmanager jamais rejoint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63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alertmanager.yml absent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63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Discord rejetait HTTP 403 (User-Agent)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094476" y="3771900"/>
            <a:ext cx="609905" cy="8915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6704381" y="3771900"/>
            <a:ext cx="5241341" cy="891540"/>
          </a:xfrm>
          <a:prstGeom prst="rect">
            <a:avLst/>
          </a:prstGeom>
          <a:solidFill>
            <a:srgbClr val="E8F5E9"/>
          </a:solidFill>
          <a:ln w="12700">
            <a:solidFill>
              <a:srgbClr val="AADDA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704381" y="3771900"/>
            <a:ext cx="146304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Après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825996" y="4046220"/>
            <a:ext cx="4997196" cy="6172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3D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Corrigé → targets: ['alertmanager:9093']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3D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discord_relay.py (Python, port 9094)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3D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webhook_configs → relay → Discord natif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3D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User-Agent: DiscordBot → HTTP 204 ✅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44145" y="5006340"/>
            <a:ext cx="487375" cy="109728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44145" y="5006340"/>
            <a:ext cx="487375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853135" y="4800600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réelle déployée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853135" y="5417820"/>
            <a:ext cx="5241341" cy="891540"/>
          </a:xfrm>
          <a:prstGeom prst="rect">
            <a:avLst/>
          </a:prstGeom>
          <a:solidFill>
            <a:srgbClr val="FFF3E0"/>
          </a:solidFill>
          <a:ln w="12700">
            <a:solidFill>
              <a:srgbClr val="FFCCA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53135" y="5417820"/>
            <a:ext cx="146304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 Avant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974750" y="5692140"/>
            <a:ext cx="4997196" cy="6172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63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Nginx vide (pas d'app réelle)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63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PostgreSQL de test uniquement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63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 boîte vide » (retour formateur)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094476" y="5417820"/>
            <a:ext cx="609905" cy="8915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6704381" y="5417820"/>
            <a:ext cx="5241341" cy="891540"/>
          </a:xfrm>
          <a:prstGeom prst="rect">
            <a:avLst/>
          </a:prstGeom>
          <a:solidFill>
            <a:srgbClr val="E8F5E9"/>
          </a:solidFill>
          <a:ln w="12700">
            <a:solidFill>
              <a:srgbClr val="AADDA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704381" y="5417820"/>
            <a:ext cx="146304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Après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825996" y="5692140"/>
            <a:ext cx="4997196" cy="6172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3D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WordPress déployé (Docker + K8s)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3D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MariaDB + image WordPress durcie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3D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Haute dispo : 2 réplicas + HPA + PVC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3D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Supervision via mysqld-exporter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2000" cy="123444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234440"/>
            <a:ext cx="12192000" cy="103327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44145" y="137160"/>
            <a:ext cx="975116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Résultats — 10 / 10 compétences REAC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44145" y="685800"/>
            <a:ext cx="975116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AC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Tous les blocs de compétences validés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508760"/>
            <a:ext cx="2681935" cy="377190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508760"/>
            <a:ext cx="2681935" cy="3771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10</a:t>
            </a:r>
            <a:endParaRPr lang="en-US" sz="3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90926" y="1508760"/>
          <a:ext cx="8653882" cy="914400"/>
        </p:xfrm>
        <a:graphic>
          <a:graphicData uri="http://schemas.openxmlformats.org/drawingml/2006/table">
            <a:tbl>
              <a:tblPr/>
              <a:tblGrid>
                <a:gridCol w="974750"/>
                <a:gridCol w="3047695"/>
                <a:gridCol w="1218895"/>
                <a:gridCol w="3412541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Bloc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Compétence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Preuve principale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BC01-CP1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Provisionner VM avec Vagrant+Ansible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 OK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vagrant up → VM prete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BC01-CP2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Multi-roles Ansible (common/security/monitoring)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 OK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ansible/roles/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BC01-CP3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Terraform génère inventaire Ansible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 OK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terraform apply → hosts.ini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BC01-CP4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Git versionné + Conventional Commits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 OK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 sprints sur GitHub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BC02-CP1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Dockerfile + docker-compose multi-services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 OK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 services orchestrés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BC02-CP2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Kubernetes Deployment+PVC+Secret+HPA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 OK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kubectl apply -f kubernetes/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BC02-CP3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Pipeline CI/CD GitHub Actions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 OK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 jobs : lint→build→validate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BC03-CP1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Prometheus+Grafana métriques+dashboard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 OK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Auto-provisionné au démarrage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BC03-CP2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Alertmanager + discord_relay.py → Discord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 OK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HTTP 204 confirmé end-to-end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BC03-CP3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MariaDB + PVC persistant (WordPress)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 OK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base wordpress auto-initialisée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2000" cy="123444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234440"/>
            <a:ext cx="12192000" cy="103327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44145" y="137160"/>
            <a:ext cx="975116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Projet → Compétences REAC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44145" y="685800"/>
            <a:ext cx="975116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AC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Chaque partie du projet coche une compétence du titre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44145" y="1371600"/>
            <a:ext cx="2925166" cy="48006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4145" y="1371600"/>
            <a:ext cx="2925166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Partie du projet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90926" y="1371600"/>
            <a:ext cx="4144061" cy="4800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90926" y="1371600"/>
            <a:ext cx="4144061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Compétence REAC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557516" y="1371600"/>
            <a:ext cx="4388206" cy="480060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557516" y="1371600"/>
            <a:ext cx="4388206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Livrable / Preuve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4145" y="1851660"/>
            <a:ext cx="146304" cy="445313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90449" y="1851660"/>
            <a:ext cx="2778862" cy="445313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7025" y="1851660"/>
            <a:ext cx="2681021" cy="4453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Vagrantfile + Ansible (3 rôles)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290926" y="1851660"/>
            <a:ext cx="4144061" cy="445313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52190" y="1851660"/>
            <a:ext cx="4022446" cy="4453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6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BC01-CP1 — Automatiser le provisioning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7557516" y="1851660"/>
            <a:ext cx="4388206" cy="445313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618781" y="1851660"/>
            <a:ext cx="4266590" cy="4453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vagrant up → VM Ubuntu opérationnelle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44145" y="2331720"/>
            <a:ext cx="146304" cy="445313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90449" y="2331720"/>
            <a:ext cx="2778862" cy="445313"/>
          </a:xfrm>
          <a:prstGeom prst="rect">
            <a:avLst/>
          </a:prstGeom>
          <a:solidFill>
            <a:srgbClr val="F0F4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27025" y="2331720"/>
            <a:ext cx="2681021" cy="4453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Ansible roles + Terraform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290926" y="2331720"/>
            <a:ext cx="4144061" cy="445313"/>
          </a:xfrm>
          <a:prstGeom prst="rect">
            <a:avLst/>
          </a:prstGeom>
          <a:solidFill>
            <a:srgbClr val="F0F4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52190" y="2331720"/>
            <a:ext cx="4022446" cy="4453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6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BC01-CP2 — Infrastructure as Code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7557516" y="2331720"/>
            <a:ext cx="4388206" cy="445313"/>
          </a:xfrm>
          <a:prstGeom prst="rect">
            <a:avLst/>
          </a:prstGeom>
          <a:solidFill>
            <a:srgbClr val="F0F4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618781" y="2331720"/>
            <a:ext cx="4266590" cy="4453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ansible/roles/ + terraform apply → hosts.ini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44145" y="2811780"/>
            <a:ext cx="146304" cy="445313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90449" y="2811780"/>
            <a:ext cx="2778862" cy="445313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27025" y="2811780"/>
            <a:ext cx="2681021" cy="4453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UFW + SSH hardening + K8s Secrets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290926" y="2811780"/>
            <a:ext cx="4144061" cy="445313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52190" y="2811780"/>
            <a:ext cx="4022446" cy="4453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6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BC01-CP3 — Sécuriser l'infrastructure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7557516" y="2811780"/>
            <a:ext cx="4388206" cy="445313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618781" y="2811780"/>
            <a:ext cx="4266590" cy="4453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PermitRootLogin no · deny all UFW · .gitignore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244145" y="3291840"/>
            <a:ext cx="146304" cy="445313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90449" y="3291840"/>
            <a:ext cx="2778862" cy="445313"/>
          </a:xfrm>
          <a:prstGeom prst="rect">
            <a:avLst/>
          </a:prstGeom>
          <a:solidFill>
            <a:srgbClr val="F0F4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27025" y="3291840"/>
            <a:ext cx="2681021" cy="4453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Vagrant + Kubernetes manifests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290926" y="3291840"/>
            <a:ext cx="4144061" cy="445313"/>
          </a:xfrm>
          <a:prstGeom prst="rect">
            <a:avLst/>
          </a:prstGeom>
          <a:solidFill>
            <a:srgbClr val="F0F4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352190" y="3291840"/>
            <a:ext cx="4022446" cy="4453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6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BC01-CP4 — Mettre en production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7557516" y="3291840"/>
            <a:ext cx="4388206" cy="445313"/>
          </a:xfrm>
          <a:prstGeom prst="rect">
            <a:avLst/>
          </a:prstGeom>
          <a:solidFill>
            <a:srgbClr val="F0F4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618781" y="3291840"/>
            <a:ext cx="4266590" cy="4453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Vagrantfile versionné + kubectl apply -f kubernetes/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244145" y="3771900"/>
            <a:ext cx="146304" cy="445313"/>
          </a:xfrm>
          <a:prstGeom prst="rect">
            <a:avLst/>
          </a:prstGeom>
          <a:solidFill>
            <a:srgbClr val="4A148C"/>
          </a:solidFill>
          <a:ln w="12700">
            <a:solidFill>
              <a:srgbClr val="4A148C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90449" y="3771900"/>
            <a:ext cx="2778862" cy="445313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27025" y="3771900"/>
            <a:ext cx="2681021" cy="4453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Compose (6 services)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3290926" y="3771900"/>
            <a:ext cx="4144061" cy="445313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352190" y="3771900"/>
            <a:ext cx="4022446" cy="4453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A14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BC02-CP1 — Environnement de test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7557516" y="3771900"/>
            <a:ext cx="4388206" cy="445313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618781" y="3771900"/>
            <a:ext cx="4266590" cy="4453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compose up -d → 6 conteneurs UP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244145" y="4251960"/>
            <a:ext cx="146304" cy="445313"/>
          </a:xfrm>
          <a:prstGeom prst="rect">
            <a:avLst/>
          </a:prstGeom>
          <a:solidFill>
            <a:srgbClr val="4A148C"/>
          </a:solidFill>
          <a:ln w="12700">
            <a:solidFill>
              <a:srgbClr val="4A148C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90449" y="4251960"/>
            <a:ext cx="2778862" cy="445313"/>
          </a:xfrm>
          <a:prstGeom prst="rect">
            <a:avLst/>
          </a:prstGeom>
          <a:solidFill>
            <a:srgbClr val="F0F4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27025" y="4251960"/>
            <a:ext cx="2681021" cy="4453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PVC MariaDB + PVC wp-content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3290926" y="4251960"/>
            <a:ext cx="4144061" cy="445313"/>
          </a:xfrm>
          <a:prstGeom prst="rect">
            <a:avLst/>
          </a:prstGeom>
          <a:solidFill>
            <a:srgbClr val="F0F4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352190" y="4251960"/>
            <a:ext cx="4022446" cy="4453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A14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BC02-CP2 — Stockage persistant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7557516" y="4251960"/>
            <a:ext cx="4388206" cy="445313"/>
          </a:xfrm>
          <a:prstGeom prst="rect">
            <a:avLst/>
          </a:prstGeom>
          <a:solidFill>
            <a:srgbClr val="F0F4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618781" y="4251960"/>
            <a:ext cx="4266590" cy="4453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PVC 1Gi · INSERT ON CONFLICT DO NOTHING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244145" y="4732020"/>
            <a:ext cx="146304" cy="445313"/>
          </a:xfrm>
          <a:prstGeom prst="rect">
            <a:avLst/>
          </a:prstGeom>
          <a:solidFill>
            <a:srgbClr val="4A148C"/>
          </a:solidFill>
          <a:ln w="12700">
            <a:solidFill>
              <a:srgbClr val="4A148C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390449" y="4732020"/>
            <a:ext cx="2778862" cy="445313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27025" y="4732020"/>
            <a:ext cx="2681021" cy="4453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Dockerfile + image Docker Hub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3290926" y="4732020"/>
            <a:ext cx="4144061" cy="445313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352190" y="4732020"/>
            <a:ext cx="4022446" cy="4453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A14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BC02-CP3 — Conteneuriser l'application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7557516" y="4732020"/>
            <a:ext cx="4388206" cy="445313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618781" y="4732020"/>
            <a:ext cx="4266590" cy="4453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lnanzotonlieu/iac-wordpress:latest sur Docker Hub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244145" y="5212080"/>
            <a:ext cx="146304" cy="445313"/>
          </a:xfrm>
          <a:prstGeom prst="rect">
            <a:avLst/>
          </a:prstGeom>
          <a:solidFill>
            <a:srgbClr val="4A148C"/>
          </a:solidFill>
          <a:ln w="12700">
            <a:solidFill>
              <a:srgbClr val="4A148C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390449" y="5212080"/>
            <a:ext cx="2778862" cy="445313"/>
          </a:xfrm>
          <a:prstGeom prst="rect">
            <a:avLst/>
          </a:prstGeom>
          <a:solidFill>
            <a:srgbClr val="F0F4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27025" y="5212080"/>
            <a:ext cx="2681021" cy="4453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Actions (lint→build→validate)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3290926" y="5212080"/>
            <a:ext cx="4144061" cy="445313"/>
          </a:xfrm>
          <a:prstGeom prst="rect">
            <a:avLst/>
          </a:prstGeom>
          <a:solidFill>
            <a:srgbClr val="F0F4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3352190" y="5212080"/>
            <a:ext cx="4022446" cy="4453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A14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BC02-CP4 — Pipeline CI/CD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7557516" y="5212080"/>
            <a:ext cx="4388206" cy="445313"/>
          </a:xfrm>
          <a:prstGeom prst="rect">
            <a:avLst/>
          </a:prstGeom>
          <a:solidFill>
            <a:srgbClr val="F0F4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7618781" y="5212080"/>
            <a:ext cx="4266590" cy="4453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jobs séquentiels · déclenché à chaque push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244145" y="5692140"/>
            <a:ext cx="146304" cy="445313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390449" y="5692140"/>
            <a:ext cx="2778862" cy="445313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27025" y="5692140"/>
            <a:ext cx="2681021" cy="4453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Prometheus + alerts.yml (3 alertes)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3290926" y="5692140"/>
            <a:ext cx="4144061" cy="445313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3352190" y="5692140"/>
            <a:ext cx="4022446" cy="4453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BC03-CP1 — Définir les KPIs / alertes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7557516" y="5692140"/>
            <a:ext cx="4388206" cy="445313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7618781" y="5692140"/>
            <a:ext cx="4266590" cy="4453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HighCPU · HighMemory · NginxDown en PromQL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244145" y="6172200"/>
            <a:ext cx="146304" cy="445313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390449" y="6172200"/>
            <a:ext cx="2778862" cy="445313"/>
          </a:xfrm>
          <a:prstGeom prst="rect">
            <a:avLst/>
          </a:prstGeom>
          <a:solidFill>
            <a:srgbClr val="F0F4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427025" y="6172200"/>
            <a:ext cx="2681021" cy="4453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Grafana + Alertmanager + discord_relay</a:t>
            </a:r>
            <a:endParaRPr lang="en-US" sz="900" dirty="0"/>
          </a:p>
        </p:txBody>
      </p:sp>
      <p:sp>
        <p:nvSpPr>
          <p:cNvPr id="79" name="Shape 77"/>
          <p:cNvSpPr/>
          <p:nvPr/>
        </p:nvSpPr>
        <p:spPr>
          <a:xfrm>
            <a:off x="3290926" y="6172200"/>
            <a:ext cx="4144061" cy="445313"/>
          </a:xfrm>
          <a:prstGeom prst="rect">
            <a:avLst/>
          </a:prstGeom>
          <a:solidFill>
            <a:srgbClr val="F0F4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3352190" y="6172200"/>
            <a:ext cx="4022446" cy="4453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BC03-CP2 — Superviser les services</a:t>
            </a:r>
            <a:endParaRPr lang="en-US" sz="900" dirty="0"/>
          </a:p>
        </p:txBody>
      </p:sp>
      <p:sp>
        <p:nvSpPr>
          <p:cNvPr id="81" name="Shape 79"/>
          <p:cNvSpPr/>
          <p:nvPr/>
        </p:nvSpPr>
        <p:spPr>
          <a:xfrm>
            <a:off x="7557516" y="6172200"/>
            <a:ext cx="4388206" cy="445313"/>
          </a:xfrm>
          <a:prstGeom prst="rect">
            <a:avLst/>
          </a:prstGeom>
          <a:solidFill>
            <a:srgbClr val="F0F4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7618781" y="6172200"/>
            <a:ext cx="4266590" cy="4453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auto · Discord HTTP 204 confirmé</a:t>
            </a:r>
            <a:endParaRPr lang="en-US" sz="900" dirty="0"/>
          </a:p>
        </p:txBody>
      </p:sp>
      <p:sp>
        <p:nvSpPr>
          <p:cNvPr id="83" name="Shape 81"/>
          <p:cNvSpPr/>
          <p:nvPr/>
        </p:nvSpPr>
        <p:spPr>
          <a:xfrm>
            <a:off x="244145" y="6583680"/>
            <a:ext cx="3656686" cy="274320"/>
          </a:xfrm>
          <a:prstGeom prst="roundRect">
            <a:avLst>
              <a:gd name="adj" fmla="val 16667"/>
            </a:avLst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244145" y="6583680"/>
            <a:ext cx="365668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BC01 — IaC &amp; Infra</a:t>
            </a:r>
            <a:endParaRPr lang="en-US" sz="1000" dirty="0"/>
          </a:p>
        </p:txBody>
      </p:sp>
      <p:sp>
        <p:nvSpPr>
          <p:cNvPr id="85" name="Shape 83"/>
          <p:cNvSpPr/>
          <p:nvPr/>
        </p:nvSpPr>
        <p:spPr>
          <a:xfrm>
            <a:off x="4144975" y="6583680"/>
            <a:ext cx="3656686" cy="274320"/>
          </a:xfrm>
          <a:prstGeom prst="roundRect">
            <a:avLst>
              <a:gd name="adj" fmla="val 16667"/>
            </a:avLst>
          </a:prstGeom>
          <a:solidFill>
            <a:srgbClr val="4A148C"/>
          </a:solidFill>
          <a:ln w="12700">
            <a:solidFill>
              <a:srgbClr val="4A148C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4144975" y="6583680"/>
            <a:ext cx="365668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BC02 — Conteneurs &amp; CI/CD</a:t>
            </a:r>
            <a:endParaRPr lang="en-US" sz="1000" dirty="0"/>
          </a:p>
        </p:txBody>
      </p:sp>
      <p:sp>
        <p:nvSpPr>
          <p:cNvPr id="87" name="Shape 85"/>
          <p:cNvSpPr/>
          <p:nvPr/>
        </p:nvSpPr>
        <p:spPr>
          <a:xfrm>
            <a:off x="8045806" y="6583680"/>
            <a:ext cx="3656686" cy="274320"/>
          </a:xfrm>
          <a:prstGeom prst="roundRect">
            <a:avLst>
              <a:gd name="adj" fmla="val 16667"/>
            </a:avLst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8045806" y="6583680"/>
            <a:ext cx="365668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BC03 — Supervision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2000" cy="123444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234440"/>
            <a:ext cx="12192000" cy="103327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44145" y="137160"/>
            <a:ext cx="975116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Démonstration Live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44145" y="685800"/>
            <a:ext cx="975116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AC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Séquence de commandes — prêt à l'emploi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44145" y="1508760"/>
            <a:ext cx="5728716" cy="685800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4145" y="1508760"/>
            <a:ext cx="572871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VM + Ansible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44145" y="2194560"/>
            <a:ext cx="5728716" cy="1577340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2331720"/>
            <a:ext cx="5484571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8D9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vagrant up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65760" y="2811780"/>
            <a:ext cx="5484571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8D9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ansible-playbook ansible/playbook.yml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65760" y="3291840"/>
            <a:ext cx="5484571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8D9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curl http://192.168.56.10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217006" y="1508760"/>
            <a:ext cx="5728716" cy="6858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006" y="1508760"/>
            <a:ext cx="572871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Docker Compose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217006" y="2194560"/>
            <a:ext cx="5728716" cy="1577340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38621" y="2331720"/>
            <a:ext cx="5484571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8D9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docker compose up -d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338621" y="2811780"/>
            <a:ext cx="5484571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8D9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docker compose ps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338621" y="3291840"/>
            <a:ext cx="5484571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8D9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curl http://localhost:8080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44145" y="3909060"/>
            <a:ext cx="5728716" cy="685800"/>
          </a:xfrm>
          <a:prstGeom prst="rect">
            <a:avLst/>
          </a:prstGeom>
          <a:solidFill>
            <a:srgbClr val="4A148C"/>
          </a:solidFill>
          <a:ln w="12700">
            <a:solidFill>
              <a:srgbClr val="4A148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44145" y="3909060"/>
            <a:ext cx="572871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Kubernetes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44145" y="4594860"/>
            <a:ext cx="5728716" cy="1577340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4732020"/>
            <a:ext cx="5484571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8D9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kubectl apply -f kubernetes/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65760" y="5212080"/>
            <a:ext cx="5484571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8D9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kubectl get pods,svc,hpa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65760" y="5692140"/>
            <a:ext cx="5484571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8D9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kubectl get pvc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217006" y="3909060"/>
            <a:ext cx="5728716" cy="68580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17006" y="3909060"/>
            <a:ext cx="572871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Monitoring + Discord ✅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217006" y="4594860"/>
            <a:ext cx="5728716" cy="1577340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38621" y="4732020"/>
            <a:ext cx="5484571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8D9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# Grafana : http://localhost:3000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338621" y="5212080"/>
            <a:ext cx="5484571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8D9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docker compose stop node-exporter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338621" y="5692140"/>
            <a:ext cx="5484571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8D9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# → Discord : alerte reçue (HTTP 204) 🔔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44145" y="6446520"/>
            <a:ext cx="11701577" cy="342900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" y="6446520"/>
            <a:ext cx="11457432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8D9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docker compose exec db sh -c 'mysql -uroot -p... -e "SHOW TABLES" wordpress'   →  tables WordPress ✅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457700"/>
            <a:ext cx="12192000" cy="24003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751162" y="-685800"/>
            <a:ext cx="3412541" cy="3429000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09905" y="685800"/>
            <a:ext cx="10970057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Merci pour votre attention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609905" y="1920240"/>
            <a:ext cx="1827886" cy="82296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09905" y="2194560"/>
            <a:ext cx="304495" cy="342900"/>
          </a:xfrm>
          <a:prstGeom prst="ellipse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2125980"/>
            <a:ext cx="8532266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DE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10 compétences REAC ASD validées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09905" y="2674620"/>
            <a:ext cx="304495" cy="342900"/>
          </a:xfrm>
          <a:prstGeom prst="ellipse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2606040"/>
            <a:ext cx="8532266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DE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Infrastructure 100% automatisée et reproductible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09905" y="3154680"/>
            <a:ext cx="304495" cy="342900"/>
          </a:xfrm>
          <a:prstGeom prst="ellipse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3086100"/>
            <a:ext cx="8532266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DE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CI/CD opérationnel — chaque commit est testé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09905" y="3634740"/>
            <a:ext cx="304495" cy="342900"/>
          </a:xfrm>
          <a:prstGeom prst="ellipse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97280" y="3566160"/>
            <a:ext cx="8532266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DE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Supervision complète avec alerting Discord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09905" y="4594860"/>
            <a:ext cx="7313371" cy="6172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Loïc NANZO TONLIEU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09905" y="5143500"/>
            <a:ext cx="8532266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DE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loicnanzo1@outlook.fr  |  06 34 38 98 55  |  Orléans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09905" y="5623560"/>
            <a:ext cx="8532266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AD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github.com/pilot-loicrich/iac-infra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532266" y="4594860"/>
            <a:ext cx="3412541" cy="1714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?</a:t>
            </a:r>
            <a:endParaRPr 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Soutenance ASD — iac-infra</dc:title>
  <dc:subject>ASD RNCP 36061 — iac-infra</dc:subject>
  <dc:creator>Loïc NANZO TONLIEU</dc:creator>
  <cp:lastModifiedBy>Loïc NANZO TONLIEU</cp:lastModifiedBy>
  <cp:revision>1</cp:revision>
  <dcterms:created xsi:type="dcterms:W3CDTF">2026-06-12T07:22:46Z</dcterms:created>
  <dcterms:modified xsi:type="dcterms:W3CDTF">2026-06-12T07:22:46Z</dcterms:modified>
</cp:coreProperties>
</file>