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19"/>
    <p:sldId id="259" r:id="rId5"/>
    <p:sldId id="260" r:id="rId6"/>
    <p:sldId id="261" r:id="rId7"/>
    <p:sldId id="262" r:id="rId8"/>
    <p:sldId id="269" r:id="rId20"/>
    <p:sldId id="263" r:id="rId9"/>
    <p:sldId id="270" r:id="rId21"/>
    <p:sldId id="264" r:id="rId10"/>
    <p:sldId id="265" r:id="rId11"/>
    <p:sldId id="266" r:id="rId12"/>
    <p:sldId id="271" r:id="rId2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</a:rPr>
              <a:t>Architecture globale</a:t>
            </a:r>
          </a:p>
        </p:txBody>
      </p:sp>
      <p:sp>
        <p:nvSpPr>
          <p:cNvPr id="6" name="T6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</a:rPr>
              <a:t>Vue d'ensemble du système iac-infra</a:t>
            </a:r>
          </a:p>
        </p:txBody>
      </p:sp>
      <p:pic>
        <p:nvPicPr>
          <p:cNvPr id="50" name="Architecture iac-inf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000" y="1480000"/>
            <a:ext cx="7950000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4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paquets de 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stack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webapp → WordPress + MariaDB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WordPress + monitoring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(image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11 (base wordpress)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mysqld-exporter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règles d'alertes : HighCPUUsage · HighMemoryUsage · InstanceDown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CPU : 100 - (avg by(instance)(rate(node_cpu_seconds_total{mode="idle"}[2m])) * 100) &gt;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InstanceDown)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🐬  MariaDB 11 — base WordPress, identifiants via secret, exporter mysqld pour les métriques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Base 'wordpress' creee automatiquement par MariaDB (variables MARIADB_*)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WordPress genere son propre schema a l'installation : wp_users, wp_posts, wp_options...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réelle déployée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Nginx vide (pas d'app réelle)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PostgreSQL de test uniquement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boîte vide » (retour formateur)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déployé (Docker + K8s)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+ image WordPress durcie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Haute dispo : 2 réplicas + HPA + PVC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via mysqld-exporter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kubernetes/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 + PVC persistant (WordPress)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wordpress auto-initialisée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kubernetes/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MariaDB + PVC wp-content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InstanceDown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kubernetes/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http://localhost:3000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sh -c 'mysql -uroot -p... -e "SHOW TABLES" wordpress'   →  tables WordPress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Démarche &amp; méthodologie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sprints · Git · Conventional Commits · qualité automatisée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 version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+ GitHub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Conventional Commits (feat / fix / docs)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Branches + Pull Requests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Développement itératif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14 sprints successifs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Bilans hebdomadaires avec le formateur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Corrections intégrées sprint après sprint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automatisée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yamllint + terraform validate en CI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Scan de sécurité Trivy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Validation à chaque git push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continue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README détaillé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Dossier Projet + schéma d architecture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Tout versionné sur GitHub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— défense en profondeur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système aux secrets, à chaque couche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&amp; système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UFW : politique deny par défaut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Ports ouverts : 22 / 80 / 443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SSH hardening : PermitRootLogin no, PasswordAuth no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secrets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.env gitignoré (jamais commité)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Ansible Vault / Secret K8s injecté hors dépôt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Webhook Discord révoqué après fuite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durcie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Image WordPress custom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DISALLOW_FILE_EDIT activé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Utilisateur non-root (cf. dropshop)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dans la CI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Scan Trivy (manifests + Dockerfile)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Aucun secret dans le code versionné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.env.example sans valeur réelle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Difficultés techniques résolues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Diagnostiquer, comprendre, corriger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7734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64592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9" name="T9"/>
          <p:cNvSpPr/>
          <p:nvPr/>
        </p:nvSpPr>
        <p:spPr>
          <a:xfrm>
            <a:off x="365760" y="205740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« boîte vide » (retour formateur)</a:t>
            </a:r>
          </a:p>
        </p:txBody>
      </p:sp>
      <p:sp>
        <p:nvSpPr>
          <p:cNvPr id="10" name="T10"/>
          <p:cNvSpPr/>
          <p:nvPr/>
        </p:nvSpPr>
        <p:spPr>
          <a:xfrm>
            <a:off x="5852160" y="157734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11" name="S11"/>
          <p:cNvSpPr/>
          <p:nvPr/>
        </p:nvSpPr>
        <p:spPr>
          <a:xfrm>
            <a:off x="6461760" y="157734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583680" y="164592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13" name="T13"/>
          <p:cNvSpPr/>
          <p:nvPr/>
        </p:nvSpPr>
        <p:spPr>
          <a:xfrm>
            <a:off x="6583680" y="205740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WordPress réel : HA (2 réplicas), image durcie, MariaDB</a:t>
            </a:r>
          </a:p>
        </p:txBody>
      </p:sp>
      <p:sp>
        <p:nvSpPr>
          <p:cNvPr id="14" name="S14"/>
          <p:cNvSpPr/>
          <p:nvPr/>
        </p:nvSpPr>
        <p:spPr>
          <a:xfrm>
            <a:off x="243840" y="322326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5" name="T15"/>
          <p:cNvSpPr/>
          <p:nvPr/>
        </p:nvSpPr>
        <p:spPr>
          <a:xfrm>
            <a:off x="365760" y="329184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16" name="T16"/>
          <p:cNvSpPr/>
          <p:nvPr/>
        </p:nvSpPr>
        <p:spPr>
          <a:xfrm>
            <a:off x="365760" y="370332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 Discord muette — HTTP 403</a:t>
            </a:r>
          </a:p>
        </p:txBody>
      </p:sp>
      <p:sp>
        <p:nvSpPr>
          <p:cNvPr id="17" name="T17"/>
          <p:cNvSpPr/>
          <p:nvPr/>
        </p:nvSpPr>
        <p:spPr>
          <a:xfrm>
            <a:off x="5852160" y="322326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18" name="S18"/>
          <p:cNvSpPr/>
          <p:nvPr/>
        </p:nvSpPr>
        <p:spPr>
          <a:xfrm>
            <a:off x="6461760" y="322326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9" name="T19"/>
          <p:cNvSpPr/>
          <p:nvPr/>
        </p:nvSpPr>
        <p:spPr>
          <a:xfrm>
            <a:off x="6583680" y="329184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20" name="T20"/>
          <p:cNvSpPr/>
          <p:nvPr/>
        </p:nvSpPr>
        <p:spPr>
          <a:xfrm>
            <a:off x="6583680" y="370332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: User-Agent manquant -&gt; relay Python -&gt; HTTP 204</a:t>
            </a:r>
          </a:p>
        </p:txBody>
      </p:sp>
      <p:sp>
        <p:nvSpPr>
          <p:cNvPr id="21" name="S21"/>
          <p:cNvSpPr/>
          <p:nvPr/>
        </p:nvSpPr>
        <p:spPr>
          <a:xfrm>
            <a:off x="243840" y="486918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365760" y="493776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23" name="T23"/>
          <p:cNvSpPr/>
          <p:nvPr/>
        </p:nvSpPr>
        <p:spPr>
          <a:xfrm>
            <a:off x="365760" y="534924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en échec (fichier systemd dans Ansible)</a:t>
            </a:r>
          </a:p>
        </p:txBody>
      </p:sp>
      <p:sp>
        <p:nvSpPr>
          <p:cNvPr id="24" name="T24"/>
          <p:cNvSpPr/>
          <p:nvPr/>
        </p:nvSpPr>
        <p:spPr>
          <a:xfrm>
            <a:off x="5852160" y="486918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25" name="S25"/>
          <p:cNvSpPr/>
          <p:nvPr/>
        </p:nvSpPr>
        <p:spPr>
          <a:xfrm>
            <a:off x="6461760" y="486918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6" name="T26"/>
          <p:cNvSpPr/>
          <p:nvPr/>
        </p:nvSpPr>
        <p:spPr>
          <a:xfrm>
            <a:off x="6583680" y="493776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27" name="T27"/>
          <p:cNvSpPr/>
          <p:nvPr/>
        </p:nvSpPr>
        <p:spPr>
          <a:xfrm>
            <a:off x="6583680" y="534924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du fichier + configuration .yamllint adaptée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&amp; compétences transverses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Au-delà de la technique pure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Anglais technique (BC03-CP3)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Commits, code et CI en anglais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Lecture de la doc officielle en anglais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Vocabulaire DevOps maîtrisé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technologique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 Prometheus, Kubernetes, Ansible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Bonnes pratiques DevOps / sécurité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Suivi des versions (MariaDB 11, etc.)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Compétences réutilisées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dropshop : déploiement AWS ECS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chatbot-rag : CI/CD GitLab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avance-web : déploiement continu Vercel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Posture professionnelle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Autonomie et résolution de problèmes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Prise en compte des retours formateur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Capacité à expliquer chaque ligne livrée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